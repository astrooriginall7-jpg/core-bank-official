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04615-99A9-4721-B656-D99A91D688B6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381BE-7753-43BB-A8D2-BC0E82C4F3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2010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04615-99A9-4721-B656-D99A91D688B6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381BE-7753-43BB-A8D2-BC0E82C4F3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4322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04615-99A9-4721-B656-D99A91D688B6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381BE-7753-43BB-A8D2-BC0E82C4F3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7707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04615-99A9-4721-B656-D99A91D688B6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381BE-7753-43BB-A8D2-BC0E82C4F3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4273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04615-99A9-4721-B656-D99A91D688B6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381BE-7753-43BB-A8D2-BC0E82C4F3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3486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04615-99A9-4721-B656-D99A91D688B6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381BE-7753-43BB-A8D2-BC0E82C4F3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1162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04615-99A9-4721-B656-D99A91D688B6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381BE-7753-43BB-A8D2-BC0E82C4F3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2561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04615-99A9-4721-B656-D99A91D688B6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381BE-7753-43BB-A8D2-BC0E82C4F3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7052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04615-99A9-4721-B656-D99A91D688B6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381BE-7753-43BB-A8D2-BC0E82C4F3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0907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04615-99A9-4721-B656-D99A91D688B6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381BE-7753-43BB-A8D2-BC0E82C4F3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8824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04615-99A9-4721-B656-D99A91D688B6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381BE-7753-43BB-A8D2-BC0E82C4F3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5182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F04615-99A9-4721-B656-D99A91D688B6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4381BE-7753-43BB-A8D2-BC0E82C4F3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6411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Index.html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pt-BR" dirty="0" smtClean="0"/>
              <a:t>&lt;!DOCTYPE </a:t>
            </a:r>
            <a:r>
              <a:rPr lang="pt-BR" dirty="0" err="1" smtClean="0"/>
              <a:t>html</a:t>
            </a:r>
            <a:r>
              <a:rPr lang="pt-BR" dirty="0" smtClean="0"/>
              <a:t>&gt;</a:t>
            </a:r>
          </a:p>
          <a:p>
            <a:r>
              <a:rPr lang="pt-BR" dirty="0" smtClean="0"/>
              <a:t>&lt;</a:t>
            </a:r>
            <a:r>
              <a:rPr lang="pt-BR" dirty="0" err="1" smtClean="0"/>
              <a:t>html</a:t>
            </a:r>
            <a:r>
              <a:rPr lang="pt-BR" dirty="0" smtClean="0"/>
              <a:t> </a:t>
            </a:r>
            <a:r>
              <a:rPr lang="pt-BR" dirty="0" err="1" smtClean="0"/>
              <a:t>lang</a:t>
            </a:r>
            <a:r>
              <a:rPr lang="pt-BR" dirty="0" smtClean="0"/>
              <a:t>="</a:t>
            </a:r>
            <a:r>
              <a:rPr lang="pt-BR" dirty="0" err="1" smtClean="0"/>
              <a:t>pt-br</a:t>
            </a:r>
            <a:r>
              <a:rPr lang="pt-BR" dirty="0" smtClean="0"/>
              <a:t>"&gt;</a:t>
            </a:r>
          </a:p>
          <a:p>
            <a:r>
              <a:rPr lang="pt-BR" dirty="0" smtClean="0"/>
              <a:t>&lt;</a:t>
            </a:r>
            <a:r>
              <a:rPr lang="pt-BR" dirty="0" err="1" smtClean="0"/>
              <a:t>head</a:t>
            </a:r>
            <a:r>
              <a:rPr lang="pt-BR" dirty="0" smtClean="0"/>
              <a:t>&gt;</a:t>
            </a:r>
          </a:p>
          <a:p>
            <a:r>
              <a:rPr lang="pt-BR" dirty="0" smtClean="0"/>
              <a:t>    &lt;meta </a:t>
            </a:r>
            <a:r>
              <a:rPr lang="pt-BR" dirty="0" err="1" smtClean="0"/>
              <a:t>charset</a:t>
            </a:r>
            <a:r>
              <a:rPr lang="pt-BR" dirty="0" smtClean="0"/>
              <a:t>="UTF-8"&gt;</a:t>
            </a:r>
          </a:p>
          <a:p>
            <a:r>
              <a:rPr lang="pt-BR" dirty="0" smtClean="0"/>
              <a:t>    &lt;meta </a:t>
            </a:r>
            <a:r>
              <a:rPr lang="pt-BR" dirty="0" err="1" smtClean="0"/>
              <a:t>name</a:t>
            </a:r>
            <a:r>
              <a:rPr lang="pt-BR" dirty="0" smtClean="0"/>
              <a:t>="</a:t>
            </a:r>
            <a:r>
              <a:rPr lang="pt-BR" dirty="0" err="1" smtClean="0"/>
              <a:t>viewport</a:t>
            </a:r>
            <a:r>
              <a:rPr lang="pt-BR" dirty="0" smtClean="0"/>
              <a:t>" </a:t>
            </a:r>
            <a:r>
              <a:rPr lang="pt-BR" dirty="0" err="1" smtClean="0"/>
              <a:t>content</a:t>
            </a:r>
            <a:r>
              <a:rPr lang="pt-BR" dirty="0" smtClean="0"/>
              <a:t>="</a:t>
            </a:r>
            <a:r>
              <a:rPr lang="pt-BR" dirty="0" err="1" smtClean="0"/>
              <a:t>width</a:t>
            </a:r>
            <a:r>
              <a:rPr lang="pt-BR" dirty="0" smtClean="0"/>
              <a:t>=</a:t>
            </a:r>
            <a:r>
              <a:rPr lang="pt-BR" dirty="0" err="1" smtClean="0"/>
              <a:t>device-width</a:t>
            </a:r>
            <a:r>
              <a:rPr lang="pt-BR" dirty="0" smtClean="0"/>
              <a:t>, </a:t>
            </a:r>
            <a:r>
              <a:rPr lang="pt-BR" dirty="0" err="1" smtClean="0"/>
              <a:t>initial-scale</a:t>
            </a:r>
            <a:r>
              <a:rPr lang="pt-BR" dirty="0" smtClean="0"/>
              <a:t>=1.0"&gt;</a:t>
            </a:r>
          </a:p>
          <a:p>
            <a:r>
              <a:rPr lang="pt-BR" dirty="0" smtClean="0"/>
              <a:t>    &lt;</a:t>
            </a:r>
            <a:r>
              <a:rPr lang="pt-BR" dirty="0" err="1" smtClean="0"/>
              <a:t>title</a:t>
            </a:r>
            <a:r>
              <a:rPr lang="pt-BR" dirty="0" smtClean="0"/>
              <a:t>&gt;Core Bank | Digital Banking Premium&lt;/</a:t>
            </a:r>
            <a:r>
              <a:rPr lang="pt-BR" dirty="0" err="1" smtClean="0"/>
              <a:t>title</a:t>
            </a:r>
            <a:r>
              <a:rPr lang="pt-BR" dirty="0" smtClean="0"/>
              <a:t>&gt;</a:t>
            </a:r>
          </a:p>
          <a:p>
            <a:r>
              <a:rPr lang="pt-BR" dirty="0" smtClean="0"/>
              <a:t>    &lt;script </a:t>
            </a:r>
            <a:r>
              <a:rPr lang="pt-BR" dirty="0" err="1" smtClean="0"/>
              <a:t>src</a:t>
            </a:r>
            <a:r>
              <a:rPr lang="pt-BR" dirty="0" smtClean="0"/>
              <a:t>="https://cdn.jsdelivr.net/npm/@supabase/supabase-js@2"&gt;&lt;/script&gt;</a:t>
            </a:r>
          </a:p>
          <a:p>
            <a:r>
              <a:rPr lang="pt-BR" dirty="0" smtClean="0"/>
              <a:t>    &lt;</a:t>
            </a:r>
            <a:r>
              <a:rPr lang="pt-BR" dirty="0" err="1" smtClean="0"/>
              <a:t>style</a:t>
            </a:r>
            <a:r>
              <a:rPr lang="pt-BR" dirty="0" smtClean="0"/>
              <a:t>&gt;</a:t>
            </a:r>
          </a:p>
          <a:p>
            <a:r>
              <a:rPr lang="pt-BR" dirty="0" smtClean="0"/>
              <a:t>        :root { --</a:t>
            </a:r>
            <a:r>
              <a:rPr lang="pt-BR" dirty="0" err="1" smtClean="0"/>
              <a:t>primary</a:t>
            </a:r>
            <a:r>
              <a:rPr lang="pt-BR" dirty="0" smtClean="0"/>
              <a:t>: #00ff88; --</a:t>
            </a:r>
            <a:r>
              <a:rPr lang="pt-BR" dirty="0" err="1" smtClean="0"/>
              <a:t>bg</a:t>
            </a:r>
            <a:r>
              <a:rPr lang="pt-BR" dirty="0" smtClean="0"/>
              <a:t>: #050505; --</a:t>
            </a:r>
            <a:r>
              <a:rPr lang="pt-BR" dirty="0" err="1" smtClean="0"/>
              <a:t>card</a:t>
            </a:r>
            <a:r>
              <a:rPr lang="pt-BR" dirty="0" smtClean="0"/>
              <a:t>: #111; --</a:t>
            </a:r>
            <a:r>
              <a:rPr lang="pt-BR" dirty="0" err="1" smtClean="0"/>
              <a:t>text</a:t>
            </a:r>
            <a:r>
              <a:rPr lang="pt-BR" dirty="0" smtClean="0"/>
              <a:t>: #</a:t>
            </a:r>
            <a:r>
              <a:rPr lang="pt-BR" dirty="0" err="1" smtClean="0"/>
              <a:t>fff</a:t>
            </a:r>
            <a:r>
              <a:rPr lang="pt-BR" dirty="0" smtClean="0"/>
              <a:t>; }</a:t>
            </a:r>
          </a:p>
          <a:p>
            <a:r>
              <a:rPr lang="pt-BR" dirty="0" smtClean="0"/>
              <a:t>        </a:t>
            </a:r>
            <a:r>
              <a:rPr lang="pt-BR" dirty="0" err="1" smtClean="0"/>
              <a:t>body</a:t>
            </a:r>
            <a:r>
              <a:rPr lang="pt-BR" dirty="0" smtClean="0"/>
              <a:t> { background: var(--</a:t>
            </a:r>
            <a:r>
              <a:rPr lang="pt-BR" dirty="0" err="1" smtClean="0"/>
              <a:t>bg</a:t>
            </a:r>
            <a:r>
              <a:rPr lang="pt-BR" dirty="0" smtClean="0"/>
              <a:t>); color: var(--</a:t>
            </a:r>
            <a:r>
              <a:rPr lang="pt-BR" dirty="0" err="1" smtClean="0"/>
              <a:t>text</a:t>
            </a:r>
            <a:r>
              <a:rPr lang="pt-BR" dirty="0" smtClean="0"/>
              <a:t>); </a:t>
            </a:r>
            <a:r>
              <a:rPr lang="pt-BR" dirty="0" err="1" smtClean="0"/>
              <a:t>font-family</a:t>
            </a:r>
            <a:r>
              <a:rPr lang="pt-BR" dirty="0" smtClean="0"/>
              <a:t>: 'Segoe UI', </a:t>
            </a:r>
            <a:r>
              <a:rPr lang="pt-BR" dirty="0" err="1" smtClean="0"/>
              <a:t>Roboto</a:t>
            </a:r>
            <a:r>
              <a:rPr lang="pt-BR" dirty="0" smtClean="0"/>
              <a:t>, </a:t>
            </a:r>
            <a:r>
              <a:rPr lang="pt-BR" dirty="0" err="1" smtClean="0"/>
              <a:t>sans-serif</a:t>
            </a:r>
            <a:r>
              <a:rPr lang="pt-BR" dirty="0" smtClean="0"/>
              <a:t>; display: </a:t>
            </a:r>
            <a:r>
              <a:rPr lang="pt-BR" dirty="0" err="1" smtClean="0"/>
              <a:t>flex</a:t>
            </a:r>
            <a:r>
              <a:rPr lang="pt-BR" dirty="0" smtClean="0"/>
              <a:t>; </a:t>
            </a:r>
            <a:r>
              <a:rPr lang="pt-BR" dirty="0" err="1" smtClean="0"/>
              <a:t>align-items</a:t>
            </a:r>
            <a:r>
              <a:rPr lang="pt-BR" dirty="0" smtClean="0"/>
              <a:t>: center; </a:t>
            </a:r>
            <a:r>
              <a:rPr lang="pt-BR" dirty="0" err="1" smtClean="0"/>
              <a:t>justify-content</a:t>
            </a:r>
            <a:r>
              <a:rPr lang="pt-BR" dirty="0" smtClean="0"/>
              <a:t>: center; min-</a:t>
            </a:r>
            <a:r>
              <a:rPr lang="pt-BR" dirty="0" err="1" smtClean="0"/>
              <a:t>height</a:t>
            </a:r>
            <a:r>
              <a:rPr lang="pt-BR" dirty="0" smtClean="0"/>
              <a:t>: 100vh; </a:t>
            </a:r>
            <a:r>
              <a:rPr lang="pt-BR" dirty="0" err="1" smtClean="0"/>
              <a:t>margin</a:t>
            </a:r>
            <a:r>
              <a:rPr lang="pt-BR" dirty="0" smtClean="0"/>
              <a:t>: 0; }</a:t>
            </a:r>
          </a:p>
          <a:p>
            <a:r>
              <a:rPr lang="pt-BR" dirty="0" smtClean="0"/>
              <a:t>        .container { background: var(--</a:t>
            </a:r>
            <a:r>
              <a:rPr lang="pt-BR" dirty="0" err="1" smtClean="0"/>
              <a:t>card</a:t>
            </a:r>
            <a:r>
              <a:rPr lang="pt-BR" dirty="0" smtClean="0"/>
              <a:t>); </a:t>
            </a:r>
            <a:r>
              <a:rPr lang="pt-BR" dirty="0" err="1" smtClean="0"/>
              <a:t>padding</a:t>
            </a:r>
            <a:r>
              <a:rPr lang="pt-BR" dirty="0" smtClean="0"/>
              <a:t>: 40px; </a:t>
            </a:r>
            <a:r>
              <a:rPr lang="pt-BR" dirty="0" err="1" smtClean="0"/>
              <a:t>border-radius</a:t>
            </a:r>
            <a:r>
              <a:rPr lang="pt-BR" dirty="0" smtClean="0"/>
              <a:t>: 20px; </a:t>
            </a:r>
            <a:r>
              <a:rPr lang="pt-BR" dirty="0" err="1" smtClean="0"/>
              <a:t>border</a:t>
            </a:r>
            <a:r>
              <a:rPr lang="pt-BR" dirty="0" smtClean="0"/>
              <a:t>: 1px </a:t>
            </a:r>
            <a:r>
              <a:rPr lang="pt-BR" dirty="0" err="1" smtClean="0"/>
              <a:t>solid</a:t>
            </a:r>
            <a:r>
              <a:rPr lang="pt-BR" dirty="0" smtClean="0"/>
              <a:t> </a:t>
            </a:r>
            <a:r>
              <a:rPr lang="pt-BR" dirty="0" err="1" smtClean="0"/>
              <a:t>rgba</a:t>
            </a:r>
            <a:r>
              <a:rPr lang="pt-BR" dirty="0" smtClean="0"/>
              <a:t>(0, 255, 136, 0.3); </a:t>
            </a:r>
            <a:r>
              <a:rPr lang="pt-BR" dirty="0" err="1" smtClean="0"/>
              <a:t>width</a:t>
            </a:r>
            <a:r>
              <a:rPr lang="pt-BR" dirty="0" smtClean="0"/>
              <a:t>: 100%; </a:t>
            </a:r>
            <a:r>
              <a:rPr lang="pt-BR" dirty="0" err="1" smtClean="0"/>
              <a:t>max-width</a:t>
            </a:r>
            <a:r>
              <a:rPr lang="pt-BR" dirty="0" smtClean="0"/>
              <a:t>: 380px; </a:t>
            </a:r>
            <a:r>
              <a:rPr lang="pt-BR" dirty="0" err="1" smtClean="0"/>
              <a:t>text-align</a:t>
            </a:r>
            <a:r>
              <a:rPr lang="pt-BR" dirty="0" smtClean="0"/>
              <a:t>: center; box-</a:t>
            </a:r>
            <a:r>
              <a:rPr lang="pt-BR" dirty="0" err="1" smtClean="0"/>
              <a:t>shadow</a:t>
            </a:r>
            <a:r>
              <a:rPr lang="pt-BR" dirty="0" smtClean="0"/>
              <a:t>: 0 10px 30px </a:t>
            </a:r>
            <a:r>
              <a:rPr lang="pt-BR" dirty="0" err="1" smtClean="0"/>
              <a:t>rgba</a:t>
            </a:r>
            <a:r>
              <a:rPr lang="pt-BR" dirty="0" smtClean="0"/>
              <a:t>(0,0,0,0.5); }</a:t>
            </a:r>
          </a:p>
          <a:p>
            <a:r>
              <a:rPr lang="pt-BR" dirty="0" smtClean="0"/>
              <a:t>        .logo { </a:t>
            </a:r>
            <a:r>
              <a:rPr lang="pt-BR" dirty="0" err="1" smtClean="0"/>
              <a:t>font-size</a:t>
            </a:r>
            <a:r>
              <a:rPr lang="pt-BR" dirty="0" smtClean="0"/>
              <a:t>: 28px; </a:t>
            </a:r>
            <a:r>
              <a:rPr lang="pt-BR" dirty="0" err="1" smtClean="0"/>
              <a:t>font-weight</a:t>
            </a:r>
            <a:r>
              <a:rPr lang="pt-BR" dirty="0" smtClean="0"/>
              <a:t>: 800; color: var(--</a:t>
            </a:r>
            <a:r>
              <a:rPr lang="pt-BR" dirty="0" err="1" smtClean="0"/>
              <a:t>primary</a:t>
            </a:r>
            <a:r>
              <a:rPr lang="pt-BR" dirty="0" smtClean="0"/>
              <a:t>); </a:t>
            </a:r>
            <a:r>
              <a:rPr lang="pt-BR" dirty="0" err="1" smtClean="0"/>
              <a:t>letter-spacing</a:t>
            </a:r>
            <a:r>
              <a:rPr lang="pt-BR" dirty="0" smtClean="0"/>
              <a:t>: -1px; </a:t>
            </a:r>
            <a:r>
              <a:rPr lang="pt-BR" dirty="0" err="1" smtClean="0"/>
              <a:t>margin-bottom</a:t>
            </a:r>
            <a:r>
              <a:rPr lang="pt-BR" dirty="0" smtClean="0"/>
              <a:t>: 30px; }</a:t>
            </a:r>
          </a:p>
          <a:p>
            <a:r>
              <a:rPr lang="pt-BR" dirty="0" smtClean="0"/>
              <a:t>        input { </a:t>
            </a:r>
            <a:r>
              <a:rPr lang="pt-BR" dirty="0" err="1" smtClean="0"/>
              <a:t>width</a:t>
            </a:r>
            <a:r>
              <a:rPr lang="pt-BR" dirty="0" smtClean="0"/>
              <a:t>: 100%; </a:t>
            </a:r>
            <a:r>
              <a:rPr lang="pt-BR" dirty="0" err="1" smtClean="0"/>
              <a:t>padding</a:t>
            </a:r>
            <a:r>
              <a:rPr lang="pt-BR" dirty="0" smtClean="0"/>
              <a:t>: 14px; </a:t>
            </a:r>
            <a:r>
              <a:rPr lang="pt-BR" dirty="0" err="1" smtClean="0"/>
              <a:t>margin</a:t>
            </a:r>
            <a:r>
              <a:rPr lang="pt-BR" dirty="0" smtClean="0"/>
              <a:t>: 10px 0; background: #1a1a1a; </a:t>
            </a:r>
            <a:r>
              <a:rPr lang="pt-BR" dirty="0" err="1" smtClean="0"/>
              <a:t>border</a:t>
            </a:r>
            <a:r>
              <a:rPr lang="pt-BR" dirty="0" smtClean="0"/>
              <a:t>: 1px </a:t>
            </a:r>
            <a:r>
              <a:rPr lang="pt-BR" dirty="0" err="1" smtClean="0"/>
              <a:t>solid</a:t>
            </a:r>
            <a:r>
              <a:rPr lang="pt-BR" dirty="0" smtClean="0"/>
              <a:t> #333; color: </a:t>
            </a:r>
            <a:r>
              <a:rPr lang="pt-BR" dirty="0" err="1" smtClean="0"/>
              <a:t>white</a:t>
            </a:r>
            <a:r>
              <a:rPr lang="pt-BR" dirty="0" smtClean="0"/>
              <a:t>; </a:t>
            </a:r>
            <a:r>
              <a:rPr lang="pt-BR" dirty="0" err="1" smtClean="0"/>
              <a:t>border-radius</a:t>
            </a:r>
            <a:r>
              <a:rPr lang="pt-BR" dirty="0" smtClean="0"/>
              <a:t>: 10px; box-</a:t>
            </a:r>
            <a:r>
              <a:rPr lang="pt-BR" dirty="0" err="1" smtClean="0"/>
              <a:t>sizing</a:t>
            </a:r>
            <a:r>
              <a:rPr lang="pt-BR" dirty="0" smtClean="0"/>
              <a:t>: </a:t>
            </a:r>
            <a:r>
              <a:rPr lang="pt-BR" dirty="0" err="1" smtClean="0"/>
              <a:t>border</a:t>
            </a:r>
            <a:r>
              <a:rPr lang="pt-BR" dirty="0" smtClean="0"/>
              <a:t>-box; </a:t>
            </a:r>
            <a:r>
              <a:rPr lang="pt-BR" dirty="0" err="1" smtClean="0"/>
              <a:t>outline</a:t>
            </a:r>
            <a:r>
              <a:rPr lang="pt-BR" dirty="0" smtClean="0"/>
              <a:t>: </a:t>
            </a:r>
            <a:r>
              <a:rPr lang="pt-BR" dirty="0" err="1" smtClean="0"/>
              <a:t>none</a:t>
            </a:r>
            <a:r>
              <a:rPr lang="pt-BR" dirty="0" smtClean="0"/>
              <a:t>; </a:t>
            </a:r>
            <a:r>
              <a:rPr lang="pt-BR" dirty="0" err="1" smtClean="0"/>
              <a:t>transition</a:t>
            </a:r>
            <a:r>
              <a:rPr lang="pt-BR" dirty="0" smtClean="0"/>
              <a:t>: 0.3s; }</a:t>
            </a:r>
          </a:p>
          <a:p>
            <a:r>
              <a:rPr lang="pt-BR" dirty="0" smtClean="0"/>
              <a:t>        </a:t>
            </a:r>
            <a:r>
              <a:rPr lang="pt-BR" dirty="0" err="1" smtClean="0"/>
              <a:t>input:focus</a:t>
            </a:r>
            <a:r>
              <a:rPr lang="pt-BR" dirty="0" smtClean="0"/>
              <a:t> { </a:t>
            </a:r>
            <a:r>
              <a:rPr lang="pt-BR" dirty="0" err="1" smtClean="0"/>
              <a:t>border</a:t>
            </a:r>
            <a:r>
              <a:rPr lang="pt-BR" dirty="0" smtClean="0"/>
              <a:t>-color: var(--</a:t>
            </a:r>
            <a:r>
              <a:rPr lang="pt-BR" dirty="0" err="1" smtClean="0"/>
              <a:t>primary</a:t>
            </a:r>
            <a:r>
              <a:rPr lang="pt-BR" dirty="0" smtClean="0"/>
              <a:t>); }</a:t>
            </a:r>
          </a:p>
          <a:p>
            <a:r>
              <a:rPr lang="pt-BR" dirty="0" smtClean="0"/>
              <a:t>        </a:t>
            </a:r>
            <a:r>
              <a:rPr lang="pt-BR" dirty="0" err="1" smtClean="0"/>
              <a:t>button</a:t>
            </a:r>
            <a:r>
              <a:rPr lang="pt-BR" dirty="0" smtClean="0"/>
              <a:t> { </a:t>
            </a:r>
            <a:r>
              <a:rPr lang="pt-BR" dirty="0" err="1" smtClean="0"/>
              <a:t>width</a:t>
            </a:r>
            <a:r>
              <a:rPr lang="pt-BR" dirty="0" smtClean="0"/>
              <a:t>: 100%; </a:t>
            </a:r>
            <a:r>
              <a:rPr lang="pt-BR" dirty="0" err="1" smtClean="0"/>
              <a:t>padding</a:t>
            </a:r>
            <a:r>
              <a:rPr lang="pt-BR" dirty="0" smtClean="0"/>
              <a:t>: 14px; background: var(--</a:t>
            </a:r>
            <a:r>
              <a:rPr lang="pt-BR" dirty="0" err="1" smtClean="0"/>
              <a:t>primary</a:t>
            </a:r>
            <a:r>
              <a:rPr lang="pt-BR" dirty="0" smtClean="0"/>
              <a:t>); color: #000; </a:t>
            </a:r>
            <a:r>
              <a:rPr lang="pt-BR" dirty="0" err="1" smtClean="0"/>
              <a:t>border</a:t>
            </a:r>
            <a:r>
              <a:rPr lang="pt-BR" dirty="0" smtClean="0"/>
              <a:t>: </a:t>
            </a:r>
            <a:r>
              <a:rPr lang="pt-BR" dirty="0" err="1" smtClean="0"/>
              <a:t>none</a:t>
            </a:r>
            <a:r>
              <a:rPr lang="pt-BR" dirty="0" smtClean="0"/>
              <a:t>; </a:t>
            </a:r>
            <a:r>
              <a:rPr lang="pt-BR" dirty="0" err="1" smtClean="0"/>
              <a:t>border-radius</a:t>
            </a:r>
            <a:r>
              <a:rPr lang="pt-BR" dirty="0" smtClean="0"/>
              <a:t>: 10px; </a:t>
            </a:r>
            <a:r>
              <a:rPr lang="pt-BR" dirty="0" err="1" smtClean="0"/>
              <a:t>font-weight</a:t>
            </a:r>
            <a:r>
              <a:rPr lang="pt-BR" dirty="0" smtClean="0"/>
              <a:t>: </a:t>
            </a:r>
            <a:r>
              <a:rPr lang="pt-BR" dirty="0" err="1" smtClean="0"/>
              <a:t>bold</a:t>
            </a:r>
            <a:r>
              <a:rPr lang="pt-BR" dirty="0" smtClean="0"/>
              <a:t>; cursor: pointer; </a:t>
            </a:r>
            <a:r>
              <a:rPr lang="pt-BR" dirty="0" err="1" smtClean="0"/>
              <a:t>margin</a:t>
            </a:r>
            <a:r>
              <a:rPr lang="pt-BR" dirty="0" smtClean="0"/>
              <a:t>-top: 15px; </a:t>
            </a:r>
            <a:r>
              <a:rPr lang="pt-BR" dirty="0" err="1" smtClean="0"/>
              <a:t>font-size</a:t>
            </a:r>
            <a:r>
              <a:rPr lang="pt-BR" dirty="0" smtClean="0"/>
              <a:t>: 16px; </a:t>
            </a:r>
            <a:r>
              <a:rPr lang="pt-BR" dirty="0" err="1" smtClean="0"/>
              <a:t>transition</a:t>
            </a:r>
            <a:r>
              <a:rPr lang="pt-BR" dirty="0" smtClean="0"/>
              <a:t>: 0.2s; }</a:t>
            </a:r>
          </a:p>
          <a:p>
            <a:r>
              <a:rPr lang="pt-BR" dirty="0" smtClean="0"/>
              <a:t>        </a:t>
            </a:r>
            <a:r>
              <a:rPr lang="pt-BR" dirty="0" err="1" smtClean="0"/>
              <a:t>button:hover</a:t>
            </a:r>
            <a:r>
              <a:rPr lang="pt-BR" dirty="0" smtClean="0"/>
              <a:t> { </a:t>
            </a:r>
            <a:r>
              <a:rPr lang="pt-BR" dirty="0" err="1" smtClean="0"/>
              <a:t>transform</a:t>
            </a:r>
            <a:r>
              <a:rPr lang="pt-BR" dirty="0" smtClean="0"/>
              <a:t>: </a:t>
            </a:r>
            <a:r>
              <a:rPr lang="pt-BR" dirty="0" err="1" smtClean="0"/>
              <a:t>translateY</a:t>
            </a:r>
            <a:r>
              <a:rPr lang="pt-BR" dirty="0" smtClean="0"/>
              <a:t>(-2px); </a:t>
            </a:r>
            <a:r>
              <a:rPr lang="pt-BR" dirty="0" err="1" smtClean="0"/>
              <a:t>opacity</a:t>
            </a:r>
            <a:r>
              <a:rPr lang="pt-BR" dirty="0" smtClean="0"/>
              <a:t>: 0.9; }</a:t>
            </a:r>
          </a:p>
          <a:p>
            <a:r>
              <a:rPr lang="pt-BR" dirty="0" smtClean="0"/>
              <a:t>        .</a:t>
            </a:r>
            <a:r>
              <a:rPr lang="pt-BR" dirty="0" err="1" smtClean="0"/>
              <a:t>hidden</a:t>
            </a:r>
            <a:r>
              <a:rPr lang="pt-BR" dirty="0" smtClean="0"/>
              <a:t> { display: </a:t>
            </a:r>
            <a:r>
              <a:rPr lang="pt-BR" dirty="0" err="1" smtClean="0"/>
              <a:t>none</a:t>
            </a:r>
            <a:r>
              <a:rPr lang="pt-BR" dirty="0" smtClean="0"/>
              <a:t>; }</a:t>
            </a:r>
          </a:p>
          <a:p>
            <a:r>
              <a:rPr lang="pt-BR" dirty="0" smtClean="0"/>
              <a:t>        .</a:t>
            </a:r>
            <a:r>
              <a:rPr lang="pt-BR" dirty="0" err="1" smtClean="0"/>
              <a:t>label</a:t>
            </a:r>
            <a:r>
              <a:rPr lang="pt-BR" dirty="0" smtClean="0"/>
              <a:t>-file { display: </a:t>
            </a:r>
            <a:r>
              <a:rPr lang="pt-BR" dirty="0" err="1" smtClean="0"/>
              <a:t>block</a:t>
            </a:r>
            <a:r>
              <a:rPr lang="pt-BR" dirty="0" smtClean="0"/>
              <a:t>; </a:t>
            </a:r>
            <a:r>
              <a:rPr lang="pt-BR" dirty="0" err="1" smtClean="0"/>
              <a:t>text-align</a:t>
            </a:r>
            <a:r>
              <a:rPr lang="pt-BR" dirty="0" smtClean="0"/>
              <a:t>: </a:t>
            </a:r>
            <a:r>
              <a:rPr lang="pt-BR" dirty="0" err="1" smtClean="0"/>
              <a:t>left</a:t>
            </a:r>
            <a:r>
              <a:rPr lang="pt-BR" dirty="0" smtClean="0"/>
              <a:t>; </a:t>
            </a:r>
            <a:r>
              <a:rPr lang="pt-BR" dirty="0" err="1" smtClean="0"/>
              <a:t>font-size</a:t>
            </a:r>
            <a:r>
              <a:rPr lang="pt-BR" dirty="0" smtClean="0"/>
              <a:t>: 12px; color: #888; </a:t>
            </a:r>
            <a:r>
              <a:rPr lang="pt-BR" dirty="0" err="1" smtClean="0"/>
              <a:t>margin</a:t>
            </a:r>
            <a:r>
              <a:rPr lang="pt-BR" dirty="0" smtClean="0"/>
              <a:t>-top: 10px; </a:t>
            </a:r>
            <a:r>
              <a:rPr lang="pt-BR" dirty="0" err="1" smtClean="0"/>
              <a:t>margin-left</a:t>
            </a:r>
            <a:r>
              <a:rPr lang="pt-BR" dirty="0" smtClean="0"/>
              <a:t>: 5px; }</a:t>
            </a:r>
          </a:p>
          <a:p>
            <a:r>
              <a:rPr lang="pt-BR" dirty="0" smtClean="0"/>
              <a:t>        .status-</a:t>
            </a:r>
            <a:r>
              <a:rPr lang="pt-BR" dirty="0" err="1" smtClean="0"/>
              <a:t>badge</a:t>
            </a:r>
            <a:r>
              <a:rPr lang="pt-BR" dirty="0" smtClean="0"/>
              <a:t> { background: </a:t>
            </a:r>
            <a:r>
              <a:rPr lang="pt-BR" dirty="0" err="1" smtClean="0"/>
              <a:t>rgba</a:t>
            </a:r>
            <a:r>
              <a:rPr lang="pt-BR" dirty="0" smtClean="0"/>
              <a:t>(0, 255, 136, 0.1); color: var(--</a:t>
            </a:r>
            <a:r>
              <a:rPr lang="pt-BR" dirty="0" err="1" smtClean="0"/>
              <a:t>primary</a:t>
            </a:r>
            <a:r>
              <a:rPr lang="pt-BR" dirty="0" smtClean="0"/>
              <a:t>); </a:t>
            </a:r>
            <a:r>
              <a:rPr lang="pt-BR" dirty="0" err="1" smtClean="0"/>
              <a:t>padding</a:t>
            </a:r>
            <a:r>
              <a:rPr lang="pt-BR" dirty="0" smtClean="0"/>
              <a:t>: 5px 12px; </a:t>
            </a:r>
            <a:r>
              <a:rPr lang="pt-BR" dirty="0" err="1" smtClean="0"/>
              <a:t>border-radius</a:t>
            </a:r>
            <a:r>
              <a:rPr lang="pt-BR" dirty="0" smtClean="0"/>
              <a:t>: 20px; </a:t>
            </a:r>
            <a:r>
              <a:rPr lang="pt-BR" dirty="0" err="1" smtClean="0"/>
              <a:t>font-size</a:t>
            </a:r>
            <a:r>
              <a:rPr lang="pt-BR" dirty="0" smtClean="0"/>
              <a:t>: 12px; display: </a:t>
            </a:r>
            <a:r>
              <a:rPr lang="pt-BR" dirty="0" err="1" smtClean="0"/>
              <a:t>inline-block</a:t>
            </a:r>
            <a:r>
              <a:rPr lang="pt-BR" dirty="0" smtClean="0"/>
              <a:t>; </a:t>
            </a:r>
            <a:r>
              <a:rPr lang="pt-BR" dirty="0" err="1" smtClean="0"/>
              <a:t>margin-bottom</a:t>
            </a:r>
            <a:r>
              <a:rPr lang="pt-BR" dirty="0" smtClean="0"/>
              <a:t>: 10px; }</a:t>
            </a:r>
          </a:p>
          <a:p>
            <a:r>
              <a:rPr lang="pt-BR" dirty="0" smtClean="0"/>
              <a:t>    &lt;/</a:t>
            </a:r>
            <a:r>
              <a:rPr lang="pt-BR" dirty="0" err="1" smtClean="0"/>
              <a:t>style</a:t>
            </a:r>
            <a:r>
              <a:rPr lang="pt-BR" dirty="0" smtClean="0"/>
              <a:t>&gt;</a:t>
            </a:r>
          </a:p>
          <a:p>
            <a:r>
              <a:rPr lang="pt-BR" dirty="0" smtClean="0"/>
              <a:t>&lt;/</a:t>
            </a:r>
            <a:r>
              <a:rPr lang="pt-BR" dirty="0" err="1" smtClean="0"/>
              <a:t>head</a:t>
            </a:r>
            <a:r>
              <a:rPr lang="pt-BR" dirty="0" smtClean="0"/>
              <a:t>&gt;</a:t>
            </a:r>
          </a:p>
          <a:p>
            <a:r>
              <a:rPr lang="pt-BR" dirty="0" smtClean="0"/>
              <a:t>&lt;</a:t>
            </a:r>
            <a:r>
              <a:rPr lang="pt-BR" dirty="0" err="1" smtClean="0"/>
              <a:t>body</a:t>
            </a:r>
            <a:r>
              <a:rPr lang="pt-BR" dirty="0" smtClean="0"/>
              <a:t>&gt;</a:t>
            </a:r>
          </a:p>
          <a:p>
            <a:endParaRPr lang="pt-BR" dirty="0" smtClean="0"/>
          </a:p>
          <a:p>
            <a:r>
              <a:rPr lang="pt-BR" dirty="0" smtClean="0"/>
              <a:t>    &lt;</a:t>
            </a:r>
            <a:r>
              <a:rPr lang="pt-BR" dirty="0" err="1" smtClean="0"/>
              <a:t>div</a:t>
            </a:r>
            <a:r>
              <a:rPr lang="pt-BR" dirty="0" smtClean="0"/>
              <a:t> </a:t>
            </a:r>
            <a:r>
              <a:rPr lang="pt-BR" dirty="0" err="1" smtClean="0"/>
              <a:t>class</a:t>
            </a:r>
            <a:r>
              <a:rPr lang="pt-BR" dirty="0" smtClean="0"/>
              <a:t>="container" id="tela-</a:t>
            </a:r>
            <a:r>
              <a:rPr lang="pt-BR" dirty="0" err="1" smtClean="0"/>
              <a:t>login</a:t>
            </a:r>
            <a:r>
              <a:rPr lang="pt-BR" dirty="0" smtClean="0"/>
              <a:t>"&gt;</a:t>
            </a:r>
          </a:p>
          <a:p>
            <a:r>
              <a:rPr lang="pt-BR" dirty="0" smtClean="0"/>
              <a:t>        &lt;</a:t>
            </a:r>
            <a:r>
              <a:rPr lang="pt-BR" dirty="0" err="1" smtClean="0"/>
              <a:t>div</a:t>
            </a:r>
            <a:r>
              <a:rPr lang="pt-BR" dirty="0" smtClean="0"/>
              <a:t> </a:t>
            </a:r>
            <a:r>
              <a:rPr lang="pt-BR" dirty="0" err="1" smtClean="0"/>
              <a:t>class</a:t>
            </a:r>
            <a:r>
              <a:rPr lang="pt-BR" dirty="0" smtClean="0"/>
              <a:t>="logo"&gt;CORE BANK&lt;/</a:t>
            </a:r>
            <a:r>
              <a:rPr lang="pt-BR" dirty="0" err="1" smtClean="0"/>
              <a:t>div</a:t>
            </a:r>
            <a:r>
              <a:rPr lang="pt-BR" dirty="0" smtClean="0"/>
              <a:t>&gt;</a:t>
            </a:r>
          </a:p>
          <a:p>
            <a:r>
              <a:rPr lang="pt-BR" dirty="0" smtClean="0"/>
              <a:t>        &lt;p </a:t>
            </a:r>
            <a:r>
              <a:rPr lang="pt-BR" dirty="0" err="1" smtClean="0"/>
              <a:t>style</a:t>
            </a:r>
            <a:r>
              <a:rPr lang="pt-BR" dirty="0" smtClean="0"/>
              <a:t>="color: #</a:t>
            </a:r>
            <a:r>
              <a:rPr lang="pt-BR" dirty="0" err="1" smtClean="0"/>
              <a:t>aaa</a:t>
            </a:r>
            <a:r>
              <a:rPr lang="pt-BR" dirty="0" smtClean="0"/>
              <a:t>;"&gt;Acesse sua conta digital&lt;/p&gt;</a:t>
            </a:r>
          </a:p>
          <a:p>
            <a:r>
              <a:rPr lang="pt-BR" dirty="0" smtClean="0"/>
              <a:t>        &lt;input </a:t>
            </a:r>
            <a:r>
              <a:rPr lang="pt-BR" dirty="0" err="1" smtClean="0"/>
              <a:t>type</a:t>
            </a:r>
            <a:r>
              <a:rPr lang="pt-BR" dirty="0" smtClean="0"/>
              <a:t>="</a:t>
            </a:r>
            <a:r>
              <a:rPr lang="pt-BR" dirty="0" err="1" smtClean="0"/>
              <a:t>text</a:t>
            </a:r>
            <a:r>
              <a:rPr lang="pt-BR" dirty="0" smtClean="0"/>
              <a:t>" id="</a:t>
            </a:r>
            <a:r>
              <a:rPr lang="pt-BR" dirty="0" err="1" smtClean="0"/>
              <a:t>login-cpf</a:t>
            </a:r>
            <a:r>
              <a:rPr lang="pt-BR" dirty="0" smtClean="0"/>
              <a:t>" </a:t>
            </a:r>
            <a:r>
              <a:rPr lang="pt-BR" dirty="0" err="1" smtClean="0"/>
              <a:t>placeholder</a:t>
            </a:r>
            <a:r>
              <a:rPr lang="pt-BR" dirty="0" smtClean="0"/>
              <a:t>="Seu CPF (apenas números)"&gt;</a:t>
            </a:r>
          </a:p>
          <a:p>
            <a:r>
              <a:rPr lang="pt-BR" dirty="0" smtClean="0"/>
              <a:t>        &lt;</a:t>
            </a:r>
            <a:r>
              <a:rPr lang="pt-BR" dirty="0" err="1" smtClean="0"/>
              <a:t>button</a:t>
            </a:r>
            <a:r>
              <a:rPr lang="pt-BR" dirty="0" smtClean="0"/>
              <a:t> </a:t>
            </a:r>
            <a:r>
              <a:rPr lang="pt-BR" dirty="0" err="1" smtClean="0"/>
              <a:t>onclick</a:t>
            </a:r>
            <a:r>
              <a:rPr lang="pt-BR" dirty="0" smtClean="0"/>
              <a:t>="</a:t>
            </a:r>
            <a:r>
              <a:rPr lang="pt-BR" dirty="0" err="1" smtClean="0"/>
              <a:t>verificarAcesso</a:t>
            </a:r>
            <a:r>
              <a:rPr lang="pt-BR" dirty="0" smtClean="0"/>
              <a:t>()"&gt;ENTRAR&lt;/</a:t>
            </a:r>
            <a:r>
              <a:rPr lang="pt-BR" dirty="0" err="1" smtClean="0"/>
              <a:t>button</a:t>
            </a:r>
            <a:r>
              <a:rPr lang="pt-BR" dirty="0" smtClean="0"/>
              <a:t>&gt;</a:t>
            </a:r>
          </a:p>
          <a:p>
            <a:r>
              <a:rPr lang="pt-BR" dirty="0" smtClean="0"/>
              <a:t>        &lt;p </a:t>
            </a:r>
            <a:r>
              <a:rPr lang="pt-BR" dirty="0" err="1" smtClean="0"/>
              <a:t>style</a:t>
            </a:r>
            <a:r>
              <a:rPr lang="pt-BR" dirty="0" smtClean="0"/>
              <a:t>="</a:t>
            </a:r>
            <a:r>
              <a:rPr lang="pt-BR" dirty="0" err="1" smtClean="0"/>
              <a:t>font-size</a:t>
            </a:r>
            <a:r>
              <a:rPr lang="pt-BR" dirty="0" smtClean="0"/>
              <a:t>: 13px; color: #666; </a:t>
            </a:r>
            <a:r>
              <a:rPr lang="pt-BR" dirty="0" err="1" smtClean="0"/>
              <a:t>margin</a:t>
            </a:r>
            <a:r>
              <a:rPr lang="pt-BR" dirty="0" smtClean="0"/>
              <a:t>-top: 20px;"&gt;Não tem conta? &lt;</a:t>
            </a:r>
            <a:r>
              <a:rPr lang="pt-BR" dirty="0" err="1" smtClean="0"/>
              <a:t>span</a:t>
            </a:r>
            <a:r>
              <a:rPr lang="pt-BR" dirty="0" smtClean="0"/>
              <a:t> </a:t>
            </a:r>
            <a:r>
              <a:rPr lang="pt-BR" dirty="0" err="1" smtClean="0"/>
              <a:t>onclick</a:t>
            </a:r>
            <a:r>
              <a:rPr lang="pt-BR" dirty="0" smtClean="0"/>
              <a:t>="</a:t>
            </a:r>
            <a:r>
              <a:rPr lang="pt-BR" dirty="0" err="1" smtClean="0"/>
              <a:t>mudarTela</a:t>
            </a:r>
            <a:r>
              <a:rPr lang="pt-BR" dirty="0" smtClean="0"/>
              <a:t>('tela-cadastro')" </a:t>
            </a:r>
            <a:r>
              <a:rPr lang="pt-BR" dirty="0" err="1" smtClean="0"/>
              <a:t>style</a:t>
            </a:r>
            <a:r>
              <a:rPr lang="pt-BR" dirty="0" smtClean="0"/>
              <a:t>="color: var(--</a:t>
            </a:r>
            <a:r>
              <a:rPr lang="pt-BR" dirty="0" err="1" smtClean="0"/>
              <a:t>primary</a:t>
            </a:r>
            <a:r>
              <a:rPr lang="pt-BR" dirty="0" smtClean="0"/>
              <a:t>); cursor: pointer;"&gt;Abra agora&lt;/</a:t>
            </a:r>
            <a:r>
              <a:rPr lang="pt-BR" dirty="0" err="1" smtClean="0"/>
              <a:t>span</a:t>
            </a:r>
            <a:r>
              <a:rPr lang="pt-BR" dirty="0" smtClean="0"/>
              <a:t>&gt;&lt;/p&gt;</a:t>
            </a:r>
          </a:p>
          <a:p>
            <a:r>
              <a:rPr lang="pt-BR" dirty="0" smtClean="0"/>
              <a:t>    &lt;/</a:t>
            </a:r>
            <a:r>
              <a:rPr lang="pt-BR" dirty="0" err="1" smtClean="0"/>
              <a:t>div</a:t>
            </a:r>
            <a:r>
              <a:rPr lang="pt-BR" dirty="0" smtClean="0"/>
              <a:t>&gt;</a:t>
            </a:r>
          </a:p>
          <a:p>
            <a:endParaRPr lang="pt-BR" dirty="0" smtClean="0"/>
          </a:p>
          <a:p>
            <a:r>
              <a:rPr lang="pt-BR" dirty="0" smtClean="0"/>
              <a:t>    &lt;</a:t>
            </a:r>
            <a:r>
              <a:rPr lang="pt-BR" dirty="0" err="1" smtClean="0"/>
              <a:t>div</a:t>
            </a:r>
            <a:r>
              <a:rPr lang="pt-BR" dirty="0" smtClean="0"/>
              <a:t> </a:t>
            </a:r>
            <a:r>
              <a:rPr lang="pt-BR" dirty="0" err="1" smtClean="0"/>
              <a:t>class</a:t>
            </a:r>
            <a:r>
              <a:rPr lang="pt-BR" dirty="0" smtClean="0"/>
              <a:t>="container </a:t>
            </a:r>
            <a:r>
              <a:rPr lang="pt-BR" dirty="0" err="1" smtClean="0"/>
              <a:t>hidden</a:t>
            </a:r>
            <a:r>
              <a:rPr lang="pt-BR" dirty="0" smtClean="0"/>
              <a:t>" id="tela-cadastro"&gt;</a:t>
            </a:r>
          </a:p>
          <a:p>
            <a:r>
              <a:rPr lang="pt-BR" dirty="0" smtClean="0"/>
              <a:t>        &lt;</a:t>
            </a:r>
            <a:r>
              <a:rPr lang="pt-BR" dirty="0" err="1" smtClean="0"/>
              <a:t>div</a:t>
            </a:r>
            <a:r>
              <a:rPr lang="pt-BR" dirty="0" smtClean="0"/>
              <a:t> </a:t>
            </a:r>
            <a:r>
              <a:rPr lang="pt-BR" dirty="0" err="1" smtClean="0"/>
              <a:t>class</a:t>
            </a:r>
            <a:r>
              <a:rPr lang="pt-BR" dirty="0" smtClean="0"/>
              <a:t>="logo" </a:t>
            </a:r>
            <a:r>
              <a:rPr lang="pt-BR" dirty="0" err="1" smtClean="0"/>
              <a:t>style</a:t>
            </a:r>
            <a:r>
              <a:rPr lang="pt-BR" dirty="0" smtClean="0"/>
              <a:t>="</a:t>
            </a:r>
            <a:r>
              <a:rPr lang="pt-BR" dirty="0" err="1" smtClean="0"/>
              <a:t>font-size</a:t>
            </a:r>
            <a:r>
              <a:rPr lang="pt-BR" dirty="0" smtClean="0"/>
              <a:t>: 20px;"&gt;ABRIR CONTA&lt;/</a:t>
            </a:r>
            <a:r>
              <a:rPr lang="pt-BR" dirty="0" err="1" smtClean="0"/>
              <a:t>div</a:t>
            </a:r>
            <a:r>
              <a:rPr lang="pt-BR" dirty="0" smtClean="0"/>
              <a:t>&gt;</a:t>
            </a:r>
          </a:p>
          <a:p>
            <a:r>
              <a:rPr lang="pt-BR" dirty="0" smtClean="0"/>
              <a:t>        &lt;input </a:t>
            </a:r>
            <a:r>
              <a:rPr lang="pt-BR" dirty="0" err="1" smtClean="0"/>
              <a:t>type</a:t>
            </a:r>
            <a:r>
              <a:rPr lang="pt-BR" dirty="0" smtClean="0"/>
              <a:t>="</a:t>
            </a:r>
            <a:r>
              <a:rPr lang="pt-BR" dirty="0" err="1" smtClean="0"/>
              <a:t>text</a:t>
            </a:r>
            <a:r>
              <a:rPr lang="pt-BR" dirty="0" smtClean="0"/>
              <a:t>" id="</a:t>
            </a:r>
            <a:r>
              <a:rPr lang="pt-BR" dirty="0" err="1" smtClean="0"/>
              <a:t>reg</a:t>
            </a:r>
            <a:r>
              <a:rPr lang="pt-BR" dirty="0" smtClean="0"/>
              <a:t>-nome" </a:t>
            </a:r>
            <a:r>
              <a:rPr lang="pt-BR" dirty="0" err="1" smtClean="0"/>
              <a:t>placeholder</a:t>
            </a:r>
            <a:r>
              <a:rPr lang="pt-BR" dirty="0" smtClean="0"/>
              <a:t>="Nome Completo"&gt;</a:t>
            </a:r>
          </a:p>
          <a:p>
            <a:r>
              <a:rPr lang="pt-BR" dirty="0" smtClean="0"/>
              <a:t>        &lt;input </a:t>
            </a:r>
            <a:r>
              <a:rPr lang="pt-BR" dirty="0" err="1" smtClean="0"/>
              <a:t>type</a:t>
            </a:r>
            <a:r>
              <a:rPr lang="pt-BR" dirty="0" smtClean="0"/>
              <a:t>="</a:t>
            </a:r>
            <a:r>
              <a:rPr lang="pt-BR" dirty="0" err="1" smtClean="0"/>
              <a:t>text</a:t>
            </a:r>
            <a:r>
              <a:rPr lang="pt-BR" dirty="0" smtClean="0"/>
              <a:t>" id="</a:t>
            </a:r>
            <a:r>
              <a:rPr lang="pt-BR" dirty="0" err="1" smtClean="0"/>
              <a:t>reg-cpf</a:t>
            </a:r>
            <a:r>
              <a:rPr lang="pt-BR" dirty="0" smtClean="0"/>
              <a:t>" </a:t>
            </a:r>
            <a:r>
              <a:rPr lang="pt-BR" dirty="0" err="1" smtClean="0"/>
              <a:t>placeholder</a:t>
            </a:r>
            <a:r>
              <a:rPr lang="pt-BR" dirty="0" smtClean="0"/>
              <a:t>="CPF"&gt;</a:t>
            </a:r>
          </a:p>
          <a:p>
            <a:r>
              <a:rPr lang="pt-BR" dirty="0" smtClean="0"/>
              <a:t>        </a:t>
            </a:r>
          </a:p>
          <a:p>
            <a:r>
              <a:rPr lang="pt-BR" dirty="0" smtClean="0"/>
              <a:t>        &lt;</a:t>
            </a:r>
            <a:r>
              <a:rPr lang="pt-BR" dirty="0" err="1" smtClean="0"/>
              <a:t>span</a:t>
            </a:r>
            <a:r>
              <a:rPr lang="pt-BR" dirty="0" smtClean="0"/>
              <a:t> </a:t>
            </a:r>
            <a:r>
              <a:rPr lang="pt-BR" dirty="0" err="1" smtClean="0"/>
              <a:t>class</a:t>
            </a:r>
            <a:r>
              <a:rPr lang="pt-BR" dirty="0" smtClean="0"/>
              <a:t>="</a:t>
            </a:r>
            <a:r>
              <a:rPr lang="pt-BR" dirty="0" err="1" smtClean="0"/>
              <a:t>label</a:t>
            </a:r>
            <a:r>
              <a:rPr lang="pt-BR" dirty="0" smtClean="0"/>
              <a:t>-file"&gt;Foto do RG ou CNH (Frente)&lt;/</a:t>
            </a:r>
            <a:r>
              <a:rPr lang="pt-BR" dirty="0" err="1" smtClean="0"/>
              <a:t>span</a:t>
            </a:r>
            <a:r>
              <a:rPr lang="pt-BR" dirty="0" smtClean="0"/>
              <a:t>&gt;</a:t>
            </a:r>
          </a:p>
          <a:p>
            <a:r>
              <a:rPr lang="pt-BR" dirty="0" smtClean="0"/>
              <a:t>        &lt;input </a:t>
            </a:r>
            <a:r>
              <a:rPr lang="pt-BR" dirty="0" err="1" smtClean="0"/>
              <a:t>type</a:t>
            </a:r>
            <a:r>
              <a:rPr lang="pt-BR" dirty="0" smtClean="0"/>
              <a:t>="file" id="</a:t>
            </a:r>
            <a:r>
              <a:rPr lang="pt-BR" dirty="0" err="1" smtClean="0"/>
              <a:t>reg</a:t>
            </a:r>
            <a:r>
              <a:rPr lang="pt-BR" dirty="0" smtClean="0"/>
              <a:t>-foto" </a:t>
            </a:r>
            <a:r>
              <a:rPr lang="pt-BR" dirty="0" err="1" smtClean="0"/>
              <a:t>accept</a:t>
            </a:r>
            <a:r>
              <a:rPr lang="pt-BR" dirty="0" smtClean="0"/>
              <a:t>="</a:t>
            </a:r>
            <a:r>
              <a:rPr lang="pt-BR" dirty="0" err="1" smtClean="0"/>
              <a:t>image</a:t>
            </a:r>
            <a:r>
              <a:rPr lang="pt-BR" dirty="0" smtClean="0"/>
              <a:t>/*"&gt;</a:t>
            </a:r>
          </a:p>
          <a:p>
            <a:r>
              <a:rPr lang="pt-BR" dirty="0" smtClean="0"/>
              <a:t>        </a:t>
            </a:r>
          </a:p>
          <a:p>
            <a:r>
              <a:rPr lang="pt-BR" dirty="0" smtClean="0"/>
              <a:t>        &lt;</a:t>
            </a:r>
            <a:r>
              <a:rPr lang="pt-BR" dirty="0" err="1" smtClean="0"/>
              <a:t>button</a:t>
            </a:r>
            <a:r>
              <a:rPr lang="pt-BR" dirty="0" smtClean="0"/>
              <a:t> id="</a:t>
            </a:r>
            <a:r>
              <a:rPr lang="pt-BR" dirty="0" err="1" smtClean="0"/>
              <a:t>btn</a:t>
            </a:r>
            <a:r>
              <a:rPr lang="pt-BR" dirty="0" smtClean="0"/>
              <a:t>-cadastrar" </a:t>
            </a:r>
            <a:r>
              <a:rPr lang="pt-BR" dirty="0" err="1" smtClean="0"/>
              <a:t>onclick</a:t>
            </a:r>
            <a:r>
              <a:rPr lang="pt-BR" dirty="0" smtClean="0"/>
              <a:t>="</a:t>
            </a:r>
            <a:r>
              <a:rPr lang="pt-BR" dirty="0" err="1" smtClean="0"/>
              <a:t>realizarCadastro</a:t>
            </a:r>
            <a:r>
              <a:rPr lang="pt-BR" dirty="0" smtClean="0"/>
              <a:t>()"&gt;SOLICITAR APROVAÇÃO&lt;/</a:t>
            </a:r>
            <a:r>
              <a:rPr lang="pt-BR" dirty="0" err="1" smtClean="0"/>
              <a:t>button</a:t>
            </a:r>
            <a:r>
              <a:rPr lang="pt-BR" dirty="0" smtClean="0"/>
              <a:t>&gt;</a:t>
            </a:r>
          </a:p>
          <a:p>
            <a:r>
              <a:rPr lang="pt-BR" dirty="0" smtClean="0"/>
              <a:t>        &lt;</a:t>
            </a:r>
            <a:r>
              <a:rPr lang="pt-BR" dirty="0" err="1" smtClean="0"/>
              <a:t>button</a:t>
            </a:r>
            <a:r>
              <a:rPr lang="pt-BR" dirty="0" smtClean="0"/>
              <a:t> </a:t>
            </a:r>
            <a:r>
              <a:rPr lang="pt-BR" dirty="0" err="1" smtClean="0"/>
              <a:t>onclick</a:t>
            </a:r>
            <a:r>
              <a:rPr lang="pt-BR" dirty="0" smtClean="0"/>
              <a:t>="</a:t>
            </a:r>
            <a:r>
              <a:rPr lang="pt-BR" dirty="0" err="1" smtClean="0"/>
              <a:t>mudarTela</a:t>
            </a:r>
            <a:r>
              <a:rPr lang="pt-BR" dirty="0" smtClean="0"/>
              <a:t>('tela-</a:t>
            </a:r>
            <a:r>
              <a:rPr lang="pt-BR" dirty="0" err="1" smtClean="0"/>
              <a:t>login</a:t>
            </a:r>
            <a:r>
              <a:rPr lang="pt-BR" dirty="0" smtClean="0"/>
              <a:t>')" </a:t>
            </a:r>
            <a:r>
              <a:rPr lang="pt-BR" dirty="0" err="1" smtClean="0"/>
              <a:t>style</a:t>
            </a:r>
            <a:r>
              <a:rPr lang="pt-BR" dirty="0" smtClean="0"/>
              <a:t>="background: </a:t>
            </a:r>
            <a:r>
              <a:rPr lang="pt-BR" dirty="0" err="1" smtClean="0"/>
              <a:t>transparent</a:t>
            </a:r>
            <a:r>
              <a:rPr lang="pt-BR" dirty="0" smtClean="0"/>
              <a:t>; color: #666; </a:t>
            </a:r>
            <a:r>
              <a:rPr lang="pt-BR" dirty="0" err="1" smtClean="0"/>
              <a:t>margin</a:t>
            </a:r>
            <a:r>
              <a:rPr lang="pt-BR" dirty="0" smtClean="0"/>
              <a:t>-top: 0;"&gt;Voltar&lt;/</a:t>
            </a:r>
            <a:r>
              <a:rPr lang="pt-BR" dirty="0" err="1" smtClean="0"/>
              <a:t>button</a:t>
            </a:r>
            <a:r>
              <a:rPr lang="pt-BR" dirty="0" smtClean="0"/>
              <a:t>&gt;</a:t>
            </a:r>
          </a:p>
          <a:p>
            <a:r>
              <a:rPr lang="pt-BR" dirty="0" smtClean="0"/>
              <a:t>    &lt;/</a:t>
            </a:r>
            <a:r>
              <a:rPr lang="pt-BR" dirty="0" err="1" smtClean="0"/>
              <a:t>div</a:t>
            </a:r>
            <a:r>
              <a:rPr lang="pt-BR" dirty="0" smtClean="0"/>
              <a:t>&gt;</a:t>
            </a:r>
          </a:p>
          <a:p>
            <a:endParaRPr lang="pt-BR" dirty="0" smtClean="0"/>
          </a:p>
          <a:p>
            <a:r>
              <a:rPr lang="pt-BR" dirty="0" smtClean="0"/>
              <a:t>    &lt;</a:t>
            </a:r>
            <a:r>
              <a:rPr lang="pt-BR" dirty="0" err="1" smtClean="0"/>
              <a:t>div</a:t>
            </a:r>
            <a:r>
              <a:rPr lang="pt-BR" dirty="0" smtClean="0"/>
              <a:t> </a:t>
            </a:r>
            <a:r>
              <a:rPr lang="pt-BR" dirty="0" err="1" smtClean="0"/>
              <a:t>class</a:t>
            </a:r>
            <a:r>
              <a:rPr lang="pt-BR" dirty="0" smtClean="0"/>
              <a:t>="container </a:t>
            </a:r>
            <a:r>
              <a:rPr lang="pt-BR" dirty="0" err="1" smtClean="0"/>
              <a:t>hidden</a:t>
            </a:r>
            <a:r>
              <a:rPr lang="pt-BR" dirty="0" smtClean="0"/>
              <a:t>" id="tela-analise"&gt;</a:t>
            </a:r>
          </a:p>
          <a:p>
            <a:r>
              <a:rPr lang="pt-BR" dirty="0" smtClean="0"/>
              <a:t>        &lt;</a:t>
            </a:r>
            <a:r>
              <a:rPr lang="pt-BR" dirty="0" err="1" smtClean="0"/>
              <a:t>div</a:t>
            </a:r>
            <a:r>
              <a:rPr lang="pt-BR" dirty="0" smtClean="0"/>
              <a:t> </a:t>
            </a:r>
            <a:r>
              <a:rPr lang="pt-BR" dirty="0" err="1" smtClean="0"/>
              <a:t>class</a:t>
            </a:r>
            <a:r>
              <a:rPr lang="pt-BR" dirty="0" smtClean="0"/>
              <a:t>="logo"&gt;CORE BANK&lt;/</a:t>
            </a:r>
            <a:r>
              <a:rPr lang="pt-BR" dirty="0" err="1" smtClean="0"/>
              <a:t>div</a:t>
            </a:r>
            <a:r>
              <a:rPr lang="pt-BR" dirty="0" smtClean="0"/>
              <a:t>&gt;</a:t>
            </a:r>
          </a:p>
          <a:p>
            <a:r>
              <a:rPr lang="pt-BR" dirty="0" smtClean="0"/>
              <a:t>        &lt;</a:t>
            </a:r>
            <a:r>
              <a:rPr lang="pt-BR" dirty="0" err="1" smtClean="0"/>
              <a:t>div</a:t>
            </a:r>
            <a:r>
              <a:rPr lang="pt-BR" dirty="0" smtClean="0"/>
              <a:t> </a:t>
            </a:r>
            <a:r>
              <a:rPr lang="pt-BR" dirty="0" err="1" smtClean="0"/>
              <a:t>style</a:t>
            </a:r>
            <a:r>
              <a:rPr lang="pt-BR" dirty="0" smtClean="0"/>
              <a:t>="</a:t>
            </a:r>
            <a:r>
              <a:rPr lang="pt-BR" dirty="0" err="1" smtClean="0"/>
              <a:t>font-size</a:t>
            </a:r>
            <a:r>
              <a:rPr lang="pt-BR" dirty="0" smtClean="0"/>
              <a:t>: 50px;"&gt;⏳&lt;/</a:t>
            </a:r>
            <a:r>
              <a:rPr lang="pt-BR" dirty="0" err="1" smtClean="0"/>
              <a:t>div</a:t>
            </a:r>
            <a:r>
              <a:rPr lang="pt-BR" dirty="0" smtClean="0"/>
              <a:t>&gt;</a:t>
            </a:r>
          </a:p>
          <a:p>
            <a:r>
              <a:rPr lang="pt-BR" dirty="0" smtClean="0"/>
              <a:t>        &lt;h3&gt;Conta em Análise&lt;/h3&gt;</a:t>
            </a:r>
          </a:p>
          <a:p>
            <a:r>
              <a:rPr lang="pt-BR" dirty="0" smtClean="0"/>
              <a:t>        &lt;p </a:t>
            </a:r>
            <a:r>
              <a:rPr lang="pt-BR" dirty="0" err="1" smtClean="0"/>
              <a:t>style</a:t>
            </a:r>
            <a:r>
              <a:rPr lang="pt-BR" dirty="0" smtClean="0"/>
              <a:t>="color: #888;"&gt;Recebemos seus documentos. Nossa equipe está validando seus dados para liberar seu limite inicial.&lt;/p&gt;</a:t>
            </a:r>
          </a:p>
          <a:p>
            <a:r>
              <a:rPr lang="pt-BR" dirty="0" smtClean="0"/>
              <a:t>        &lt;</a:t>
            </a:r>
            <a:r>
              <a:rPr lang="pt-BR" dirty="0" err="1" smtClean="0"/>
              <a:t>button</a:t>
            </a:r>
            <a:r>
              <a:rPr lang="pt-BR" dirty="0" smtClean="0"/>
              <a:t> </a:t>
            </a:r>
            <a:r>
              <a:rPr lang="pt-BR" dirty="0" err="1" smtClean="0"/>
              <a:t>onclick</a:t>
            </a:r>
            <a:r>
              <a:rPr lang="pt-BR" dirty="0" smtClean="0"/>
              <a:t>="</a:t>
            </a:r>
            <a:r>
              <a:rPr lang="pt-BR" dirty="0" err="1" smtClean="0"/>
              <a:t>location.reload</a:t>
            </a:r>
            <a:r>
              <a:rPr lang="pt-BR" dirty="0" smtClean="0"/>
              <a:t>()"&gt;VERIFICAR NOVAMENTE&lt;/</a:t>
            </a:r>
            <a:r>
              <a:rPr lang="pt-BR" dirty="0" err="1" smtClean="0"/>
              <a:t>button</a:t>
            </a:r>
            <a:r>
              <a:rPr lang="pt-BR" dirty="0" smtClean="0"/>
              <a:t>&gt;</a:t>
            </a:r>
          </a:p>
          <a:p>
            <a:r>
              <a:rPr lang="pt-BR" dirty="0" smtClean="0"/>
              <a:t>    &lt;/</a:t>
            </a:r>
            <a:r>
              <a:rPr lang="pt-BR" dirty="0" err="1" smtClean="0"/>
              <a:t>div</a:t>
            </a:r>
            <a:r>
              <a:rPr lang="pt-BR" dirty="0" smtClean="0"/>
              <a:t>&gt;</a:t>
            </a:r>
          </a:p>
          <a:p>
            <a:endParaRPr lang="pt-BR" dirty="0" smtClean="0"/>
          </a:p>
          <a:p>
            <a:r>
              <a:rPr lang="pt-BR" dirty="0" smtClean="0"/>
              <a:t>    &lt;</a:t>
            </a:r>
            <a:r>
              <a:rPr lang="pt-BR" dirty="0" err="1" smtClean="0"/>
              <a:t>div</a:t>
            </a:r>
            <a:r>
              <a:rPr lang="pt-BR" dirty="0" smtClean="0"/>
              <a:t> </a:t>
            </a:r>
            <a:r>
              <a:rPr lang="pt-BR" dirty="0" err="1" smtClean="0"/>
              <a:t>class</a:t>
            </a:r>
            <a:r>
              <a:rPr lang="pt-BR" dirty="0" smtClean="0"/>
              <a:t>="container </a:t>
            </a:r>
            <a:r>
              <a:rPr lang="pt-BR" dirty="0" err="1" smtClean="0"/>
              <a:t>hidden</a:t>
            </a:r>
            <a:r>
              <a:rPr lang="pt-BR" dirty="0" smtClean="0"/>
              <a:t>" id="tela-home"&gt;</a:t>
            </a:r>
          </a:p>
          <a:p>
            <a:r>
              <a:rPr lang="pt-BR" dirty="0" smtClean="0"/>
              <a:t>        &lt;</a:t>
            </a:r>
            <a:r>
              <a:rPr lang="pt-BR" dirty="0" err="1" smtClean="0"/>
              <a:t>div</a:t>
            </a:r>
            <a:r>
              <a:rPr lang="pt-BR" dirty="0" smtClean="0"/>
              <a:t> </a:t>
            </a:r>
            <a:r>
              <a:rPr lang="pt-BR" dirty="0" err="1" smtClean="0"/>
              <a:t>class</a:t>
            </a:r>
            <a:r>
              <a:rPr lang="pt-BR" dirty="0" smtClean="0"/>
              <a:t>="status-</a:t>
            </a:r>
            <a:r>
              <a:rPr lang="pt-BR" dirty="0" err="1" smtClean="0"/>
              <a:t>badge</a:t>
            </a:r>
            <a:r>
              <a:rPr lang="pt-BR" dirty="0" smtClean="0"/>
              <a:t>"&gt;CONTA ATIVA&lt;/</a:t>
            </a:r>
            <a:r>
              <a:rPr lang="pt-BR" dirty="0" err="1" smtClean="0"/>
              <a:t>div</a:t>
            </a:r>
            <a:r>
              <a:rPr lang="pt-BR" dirty="0" smtClean="0"/>
              <a:t>&gt;</a:t>
            </a:r>
          </a:p>
          <a:p>
            <a:r>
              <a:rPr lang="pt-BR" dirty="0" smtClean="0"/>
              <a:t>        &lt;</a:t>
            </a:r>
            <a:r>
              <a:rPr lang="pt-BR" dirty="0" err="1" smtClean="0"/>
              <a:t>div</a:t>
            </a:r>
            <a:r>
              <a:rPr lang="pt-BR" dirty="0" smtClean="0"/>
              <a:t> </a:t>
            </a:r>
            <a:r>
              <a:rPr lang="pt-BR" dirty="0" err="1" smtClean="0"/>
              <a:t>class</a:t>
            </a:r>
            <a:r>
              <a:rPr lang="pt-BR" dirty="0" smtClean="0"/>
              <a:t>="logo" </a:t>
            </a:r>
            <a:r>
              <a:rPr lang="pt-BR" dirty="0" err="1" smtClean="0"/>
              <a:t>style</a:t>
            </a:r>
            <a:r>
              <a:rPr lang="pt-BR" dirty="0" smtClean="0"/>
              <a:t>="</a:t>
            </a:r>
            <a:r>
              <a:rPr lang="pt-BR" dirty="0" err="1" smtClean="0"/>
              <a:t>text-align</a:t>
            </a:r>
            <a:r>
              <a:rPr lang="pt-BR" dirty="0" smtClean="0"/>
              <a:t>: </a:t>
            </a:r>
            <a:r>
              <a:rPr lang="pt-BR" dirty="0" err="1" smtClean="0"/>
              <a:t>left</a:t>
            </a:r>
            <a:r>
              <a:rPr lang="pt-BR" dirty="0" smtClean="0"/>
              <a:t>; </a:t>
            </a:r>
            <a:r>
              <a:rPr lang="pt-BR" dirty="0" err="1" smtClean="0"/>
              <a:t>font-size</a:t>
            </a:r>
            <a:r>
              <a:rPr lang="pt-BR" dirty="0" smtClean="0"/>
              <a:t>: 18px;"&gt;Olá, &lt;</a:t>
            </a:r>
            <a:r>
              <a:rPr lang="pt-BR" dirty="0" err="1" smtClean="0"/>
              <a:t>span</a:t>
            </a:r>
            <a:r>
              <a:rPr lang="pt-BR" dirty="0" smtClean="0"/>
              <a:t> id="</a:t>
            </a:r>
            <a:r>
              <a:rPr lang="pt-BR" dirty="0" err="1" smtClean="0"/>
              <a:t>user</a:t>
            </a:r>
            <a:r>
              <a:rPr lang="pt-BR" dirty="0" smtClean="0"/>
              <a:t>-nome"&gt;Usuário&lt;/</a:t>
            </a:r>
            <a:r>
              <a:rPr lang="pt-BR" dirty="0" err="1" smtClean="0"/>
              <a:t>span</a:t>
            </a:r>
            <a:r>
              <a:rPr lang="pt-BR" dirty="0" smtClean="0"/>
              <a:t>&gt;&lt;/</a:t>
            </a:r>
            <a:r>
              <a:rPr lang="pt-BR" dirty="0" err="1" smtClean="0"/>
              <a:t>div</a:t>
            </a:r>
            <a:r>
              <a:rPr lang="pt-BR" dirty="0" smtClean="0"/>
              <a:t>&gt;</a:t>
            </a:r>
          </a:p>
          <a:p>
            <a:r>
              <a:rPr lang="pt-BR" dirty="0" smtClean="0"/>
              <a:t>        </a:t>
            </a:r>
          </a:p>
          <a:p>
            <a:r>
              <a:rPr lang="pt-BR" dirty="0" smtClean="0"/>
              <a:t>        &lt;</a:t>
            </a:r>
            <a:r>
              <a:rPr lang="pt-BR" dirty="0" err="1" smtClean="0"/>
              <a:t>div</a:t>
            </a:r>
            <a:r>
              <a:rPr lang="pt-BR" dirty="0" smtClean="0"/>
              <a:t> </a:t>
            </a:r>
            <a:r>
              <a:rPr lang="pt-BR" dirty="0" err="1" smtClean="0"/>
              <a:t>style</a:t>
            </a:r>
            <a:r>
              <a:rPr lang="pt-BR" dirty="0" smtClean="0"/>
              <a:t>="background: #1a1a1a; </a:t>
            </a:r>
            <a:r>
              <a:rPr lang="pt-BR" dirty="0" err="1" smtClean="0"/>
              <a:t>padding</a:t>
            </a:r>
            <a:r>
              <a:rPr lang="pt-BR" dirty="0" smtClean="0"/>
              <a:t>: 25px; </a:t>
            </a:r>
            <a:r>
              <a:rPr lang="pt-BR" dirty="0" err="1" smtClean="0"/>
              <a:t>border-radius</a:t>
            </a:r>
            <a:r>
              <a:rPr lang="pt-BR" dirty="0" smtClean="0"/>
              <a:t>: 15px; </a:t>
            </a:r>
            <a:r>
              <a:rPr lang="pt-BR" dirty="0" err="1" smtClean="0"/>
              <a:t>margin</a:t>
            </a:r>
            <a:r>
              <a:rPr lang="pt-BR" dirty="0" smtClean="0"/>
              <a:t>: 20px 0; </a:t>
            </a:r>
            <a:r>
              <a:rPr lang="pt-BR" dirty="0" err="1" smtClean="0"/>
              <a:t>text-align</a:t>
            </a:r>
            <a:r>
              <a:rPr lang="pt-BR" dirty="0" smtClean="0"/>
              <a:t>: </a:t>
            </a:r>
            <a:r>
              <a:rPr lang="pt-BR" dirty="0" err="1" smtClean="0"/>
              <a:t>left</a:t>
            </a:r>
            <a:r>
              <a:rPr lang="pt-BR" dirty="0" smtClean="0"/>
              <a:t>;"&gt;</a:t>
            </a:r>
          </a:p>
          <a:p>
            <a:r>
              <a:rPr lang="pt-BR" dirty="0" smtClean="0"/>
              <a:t>            &lt;p </a:t>
            </a:r>
            <a:r>
              <a:rPr lang="pt-BR" dirty="0" err="1" smtClean="0"/>
              <a:t>style</a:t>
            </a:r>
            <a:r>
              <a:rPr lang="pt-BR" dirty="0" smtClean="0"/>
              <a:t>="color: #888; </a:t>
            </a:r>
            <a:r>
              <a:rPr lang="pt-BR" dirty="0" err="1" smtClean="0"/>
              <a:t>margin</a:t>
            </a:r>
            <a:r>
              <a:rPr lang="pt-BR" dirty="0" smtClean="0"/>
              <a:t>: 0; </a:t>
            </a:r>
            <a:r>
              <a:rPr lang="pt-BR" dirty="0" err="1" smtClean="0"/>
              <a:t>font-size</a:t>
            </a:r>
            <a:r>
              <a:rPr lang="pt-BR" dirty="0" smtClean="0"/>
              <a:t>: 14px;"&gt;Saldo Total&lt;/p&gt;</a:t>
            </a:r>
          </a:p>
          <a:p>
            <a:r>
              <a:rPr lang="pt-BR" dirty="0" smtClean="0"/>
              <a:t>            &lt;h1 </a:t>
            </a:r>
            <a:r>
              <a:rPr lang="pt-BR" dirty="0" err="1" smtClean="0"/>
              <a:t>style</a:t>
            </a:r>
            <a:r>
              <a:rPr lang="pt-BR" dirty="0" smtClean="0"/>
              <a:t>="</a:t>
            </a:r>
            <a:r>
              <a:rPr lang="pt-BR" dirty="0" err="1" smtClean="0"/>
              <a:t>margin</a:t>
            </a:r>
            <a:r>
              <a:rPr lang="pt-BR" dirty="0" smtClean="0"/>
              <a:t>: 5px 0; color: var(--</a:t>
            </a:r>
            <a:r>
              <a:rPr lang="pt-BR" dirty="0" err="1" smtClean="0"/>
              <a:t>primary</a:t>
            </a:r>
            <a:r>
              <a:rPr lang="pt-BR" dirty="0" smtClean="0"/>
              <a:t>);"&gt;R$ &lt;</a:t>
            </a:r>
            <a:r>
              <a:rPr lang="pt-BR" dirty="0" err="1" smtClean="0"/>
              <a:t>span</a:t>
            </a:r>
            <a:r>
              <a:rPr lang="pt-BR" dirty="0" smtClean="0"/>
              <a:t> id="</a:t>
            </a:r>
            <a:r>
              <a:rPr lang="pt-BR" dirty="0" err="1" smtClean="0"/>
              <a:t>user</a:t>
            </a:r>
            <a:r>
              <a:rPr lang="pt-BR" dirty="0" smtClean="0"/>
              <a:t>-saldo"&gt;0,00&lt;/</a:t>
            </a:r>
            <a:r>
              <a:rPr lang="pt-BR" dirty="0" err="1" smtClean="0"/>
              <a:t>span</a:t>
            </a:r>
            <a:r>
              <a:rPr lang="pt-BR" dirty="0" smtClean="0"/>
              <a:t>&gt;&lt;/h1&gt;</a:t>
            </a:r>
          </a:p>
          <a:p>
            <a:r>
              <a:rPr lang="pt-BR" dirty="0" smtClean="0"/>
              <a:t>        &lt;/</a:t>
            </a:r>
            <a:r>
              <a:rPr lang="pt-BR" dirty="0" err="1" smtClean="0"/>
              <a:t>div</a:t>
            </a:r>
            <a:r>
              <a:rPr lang="pt-BR" dirty="0" smtClean="0"/>
              <a:t>&gt;</a:t>
            </a:r>
          </a:p>
          <a:p>
            <a:endParaRPr lang="pt-BR" dirty="0" smtClean="0"/>
          </a:p>
          <a:p>
            <a:r>
              <a:rPr lang="pt-BR" dirty="0" smtClean="0"/>
              <a:t>        &lt;</a:t>
            </a:r>
            <a:r>
              <a:rPr lang="pt-BR" dirty="0" err="1" smtClean="0"/>
              <a:t>div</a:t>
            </a:r>
            <a:r>
              <a:rPr lang="pt-BR" dirty="0" smtClean="0"/>
              <a:t> </a:t>
            </a:r>
            <a:r>
              <a:rPr lang="pt-BR" dirty="0" err="1" smtClean="0"/>
              <a:t>style</a:t>
            </a:r>
            <a:r>
              <a:rPr lang="pt-BR" dirty="0" smtClean="0"/>
              <a:t>="display: grid; grid-</a:t>
            </a:r>
            <a:r>
              <a:rPr lang="pt-BR" dirty="0" err="1" smtClean="0"/>
              <a:t>template</a:t>
            </a:r>
            <a:r>
              <a:rPr lang="pt-BR" dirty="0" smtClean="0"/>
              <a:t>-</a:t>
            </a:r>
            <a:r>
              <a:rPr lang="pt-BR" dirty="0" err="1" smtClean="0"/>
              <a:t>columns</a:t>
            </a:r>
            <a:r>
              <a:rPr lang="pt-BR" dirty="0" smtClean="0"/>
              <a:t>: 1fr </a:t>
            </a:r>
            <a:r>
              <a:rPr lang="pt-BR" dirty="0" err="1" smtClean="0"/>
              <a:t>1fr</a:t>
            </a:r>
            <a:r>
              <a:rPr lang="pt-BR" dirty="0" smtClean="0"/>
              <a:t>; gap: 10px;"&gt;</a:t>
            </a:r>
          </a:p>
          <a:p>
            <a:r>
              <a:rPr lang="pt-BR" dirty="0" smtClean="0"/>
              <a:t>            &lt;</a:t>
            </a:r>
            <a:r>
              <a:rPr lang="pt-BR" dirty="0" err="1" smtClean="0"/>
              <a:t>button</a:t>
            </a:r>
            <a:r>
              <a:rPr lang="pt-BR" dirty="0" smtClean="0"/>
              <a:t> </a:t>
            </a:r>
            <a:r>
              <a:rPr lang="pt-BR" dirty="0" err="1" smtClean="0"/>
              <a:t>style</a:t>
            </a:r>
            <a:r>
              <a:rPr lang="pt-BR" dirty="0" smtClean="0"/>
              <a:t>="background: #222; color: #</a:t>
            </a:r>
            <a:r>
              <a:rPr lang="pt-BR" dirty="0" err="1" smtClean="0"/>
              <a:t>fff</a:t>
            </a:r>
            <a:r>
              <a:rPr lang="pt-BR" dirty="0" smtClean="0"/>
              <a:t>; </a:t>
            </a:r>
            <a:r>
              <a:rPr lang="pt-BR" dirty="0" err="1" smtClean="0"/>
              <a:t>font-size</a:t>
            </a:r>
            <a:r>
              <a:rPr lang="pt-BR" dirty="0" smtClean="0"/>
              <a:t>: 13px;"&gt;Área </a:t>
            </a:r>
            <a:r>
              <a:rPr lang="pt-BR" dirty="0" err="1" smtClean="0"/>
              <a:t>Pix</a:t>
            </a:r>
            <a:r>
              <a:rPr lang="pt-BR" dirty="0" smtClean="0"/>
              <a:t>&lt;/</a:t>
            </a:r>
            <a:r>
              <a:rPr lang="pt-BR" dirty="0" err="1" smtClean="0"/>
              <a:t>button</a:t>
            </a:r>
            <a:r>
              <a:rPr lang="pt-BR" dirty="0" smtClean="0"/>
              <a:t>&gt;</a:t>
            </a:r>
          </a:p>
          <a:p>
            <a:r>
              <a:rPr lang="pt-BR" dirty="0" smtClean="0"/>
              <a:t>            &lt;</a:t>
            </a:r>
            <a:r>
              <a:rPr lang="pt-BR" dirty="0" err="1" smtClean="0"/>
              <a:t>button</a:t>
            </a:r>
            <a:r>
              <a:rPr lang="pt-BR" dirty="0" smtClean="0"/>
              <a:t> </a:t>
            </a:r>
            <a:r>
              <a:rPr lang="pt-BR" dirty="0" err="1" smtClean="0"/>
              <a:t>style</a:t>
            </a:r>
            <a:r>
              <a:rPr lang="pt-BR" dirty="0" smtClean="0"/>
              <a:t>="background: #222; color: #</a:t>
            </a:r>
            <a:r>
              <a:rPr lang="pt-BR" dirty="0" err="1" smtClean="0"/>
              <a:t>fff</a:t>
            </a:r>
            <a:r>
              <a:rPr lang="pt-BR" dirty="0" smtClean="0"/>
              <a:t>; </a:t>
            </a:r>
            <a:r>
              <a:rPr lang="pt-BR" dirty="0" err="1" smtClean="0"/>
              <a:t>font-size</a:t>
            </a:r>
            <a:r>
              <a:rPr lang="pt-BR" dirty="0" smtClean="0"/>
              <a:t>: 13px;"&gt;Cartões&lt;/</a:t>
            </a:r>
            <a:r>
              <a:rPr lang="pt-BR" dirty="0" err="1" smtClean="0"/>
              <a:t>button</a:t>
            </a:r>
            <a:r>
              <a:rPr lang="pt-BR" dirty="0" smtClean="0"/>
              <a:t>&gt;</a:t>
            </a:r>
          </a:p>
          <a:p>
            <a:r>
              <a:rPr lang="pt-BR" dirty="0" smtClean="0"/>
              <a:t>        &lt;/</a:t>
            </a:r>
            <a:r>
              <a:rPr lang="pt-BR" dirty="0" err="1" smtClean="0"/>
              <a:t>div</a:t>
            </a:r>
            <a:r>
              <a:rPr lang="pt-BR" dirty="0" smtClean="0"/>
              <a:t>&gt;</a:t>
            </a:r>
          </a:p>
          <a:p>
            <a:r>
              <a:rPr lang="pt-BR" dirty="0" smtClean="0"/>
              <a:t>        &lt;</a:t>
            </a:r>
            <a:r>
              <a:rPr lang="pt-BR" dirty="0" err="1" smtClean="0"/>
              <a:t>button</a:t>
            </a:r>
            <a:r>
              <a:rPr lang="pt-BR" dirty="0" smtClean="0"/>
              <a:t> </a:t>
            </a:r>
            <a:r>
              <a:rPr lang="pt-BR" dirty="0" err="1" smtClean="0"/>
              <a:t>onclick</a:t>
            </a:r>
            <a:r>
              <a:rPr lang="pt-BR" dirty="0" smtClean="0"/>
              <a:t>="</a:t>
            </a:r>
            <a:r>
              <a:rPr lang="pt-BR" dirty="0" err="1" smtClean="0"/>
              <a:t>location.reload</a:t>
            </a:r>
            <a:r>
              <a:rPr lang="pt-BR" dirty="0" smtClean="0"/>
              <a:t>()" </a:t>
            </a:r>
            <a:r>
              <a:rPr lang="pt-BR" dirty="0" err="1" smtClean="0"/>
              <a:t>style</a:t>
            </a:r>
            <a:r>
              <a:rPr lang="pt-BR" dirty="0" smtClean="0"/>
              <a:t>="background: </a:t>
            </a:r>
            <a:r>
              <a:rPr lang="pt-BR" dirty="0" err="1" smtClean="0"/>
              <a:t>transparent</a:t>
            </a:r>
            <a:r>
              <a:rPr lang="pt-BR" dirty="0" smtClean="0"/>
              <a:t>; color: #444; </a:t>
            </a:r>
            <a:r>
              <a:rPr lang="pt-BR" dirty="0" err="1" smtClean="0"/>
              <a:t>margin</a:t>
            </a:r>
            <a:r>
              <a:rPr lang="pt-BR" dirty="0" smtClean="0"/>
              <a:t>-top: 20px; </a:t>
            </a:r>
            <a:r>
              <a:rPr lang="pt-BR" dirty="0" err="1" smtClean="0"/>
              <a:t>font-size</a:t>
            </a:r>
            <a:r>
              <a:rPr lang="pt-BR" dirty="0" smtClean="0"/>
              <a:t>: 12px;"&gt;SAIR DA CONTA&lt;/</a:t>
            </a:r>
            <a:r>
              <a:rPr lang="pt-BR" dirty="0" err="1" smtClean="0"/>
              <a:t>button</a:t>
            </a:r>
            <a:r>
              <a:rPr lang="pt-BR" dirty="0" smtClean="0"/>
              <a:t>&gt;</a:t>
            </a:r>
          </a:p>
          <a:p>
            <a:r>
              <a:rPr lang="pt-BR" dirty="0" smtClean="0"/>
              <a:t>    &lt;/</a:t>
            </a:r>
            <a:r>
              <a:rPr lang="pt-BR" dirty="0" err="1" smtClean="0"/>
              <a:t>div</a:t>
            </a:r>
            <a:r>
              <a:rPr lang="pt-BR" dirty="0" smtClean="0"/>
              <a:t>&gt;</a:t>
            </a:r>
          </a:p>
          <a:p>
            <a:endParaRPr lang="pt-BR" dirty="0" smtClean="0"/>
          </a:p>
          <a:p>
            <a:r>
              <a:rPr lang="pt-BR" dirty="0" smtClean="0"/>
              <a:t>    &lt;script&gt;</a:t>
            </a:r>
          </a:p>
          <a:p>
            <a:r>
              <a:rPr lang="pt-BR" dirty="0" smtClean="0"/>
              <a:t>        // Configurações do seu </a:t>
            </a:r>
            <a:r>
              <a:rPr lang="pt-BR" dirty="0" err="1" smtClean="0"/>
              <a:t>Supabase</a:t>
            </a:r>
            <a:endParaRPr lang="pt-BR" dirty="0" smtClean="0"/>
          </a:p>
          <a:p>
            <a:r>
              <a:rPr lang="pt-BR" dirty="0" smtClean="0"/>
              <a:t>        </a:t>
            </a:r>
            <a:r>
              <a:rPr lang="pt-BR" dirty="0" err="1" smtClean="0"/>
              <a:t>const</a:t>
            </a:r>
            <a:r>
              <a:rPr lang="pt-BR" dirty="0" smtClean="0"/>
              <a:t> </a:t>
            </a:r>
            <a:r>
              <a:rPr lang="pt-BR" dirty="0" err="1" smtClean="0"/>
              <a:t>supabaseUrl</a:t>
            </a:r>
            <a:r>
              <a:rPr lang="pt-BR" dirty="0" smtClean="0"/>
              <a:t> = 'https://rdysczbfgptmgvzvnlqk.supabase.co';</a:t>
            </a:r>
          </a:p>
          <a:p>
            <a:r>
              <a:rPr lang="pt-BR" dirty="0" smtClean="0"/>
              <a:t>        </a:t>
            </a:r>
            <a:r>
              <a:rPr lang="pt-BR" dirty="0" err="1" smtClean="0"/>
              <a:t>const</a:t>
            </a:r>
            <a:r>
              <a:rPr lang="pt-BR" dirty="0" smtClean="0"/>
              <a:t> </a:t>
            </a:r>
            <a:r>
              <a:rPr lang="pt-BR" dirty="0" err="1" smtClean="0"/>
              <a:t>supabaseKey</a:t>
            </a:r>
            <a:r>
              <a:rPr lang="pt-BR" dirty="0" smtClean="0"/>
              <a:t> = 'eyJhbGciOiJIUzI1NiIsInR5cCI6IkpXVCJ9.eyJpc3MiOiJzdXBhYmFzZSIsInJlZiI6InJkeXNjemJmZ3B0bWd2enZubHFrIiwicm9sZSI6ImFub24iLCJpYXQiOjE3NzA4ODM2NjksImV4cCI6MjA4NjQ1OTY2OX0.nax9U75Aldc22UZknb1Qu6S5f1Hq_YkWFK4CdzU32Ig';</a:t>
            </a:r>
          </a:p>
          <a:p>
            <a:r>
              <a:rPr lang="pt-BR" dirty="0" smtClean="0"/>
              <a:t>        </a:t>
            </a:r>
            <a:r>
              <a:rPr lang="pt-BR" dirty="0" err="1" smtClean="0"/>
              <a:t>const</a:t>
            </a:r>
            <a:r>
              <a:rPr lang="pt-BR" dirty="0" smtClean="0"/>
              <a:t> _</a:t>
            </a:r>
            <a:r>
              <a:rPr lang="pt-BR" dirty="0" err="1" smtClean="0"/>
              <a:t>supabase</a:t>
            </a:r>
            <a:r>
              <a:rPr lang="pt-BR" dirty="0" smtClean="0"/>
              <a:t> = </a:t>
            </a:r>
            <a:r>
              <a:rPr lang="pt-BR" dirty="0" err="1" smtClean="0"/>
              <a:t>supabase.createClient</a:t>
            </a:r>
            <a:r>
              <a:rPr lang="pt-BR" dirty="0" smtClean="0"/>
              <a:t>(</a:t>
            </a:r>
            <a:r>
              <a:rPr lang="pt-BR" dirty="0" err="1" smtClean="0"/>
              <a:t>supabaseUrl</a:t>
            </a:r>
            <a:r>
              <a:rPr lang="pt-BR" dirty="0" smtClean="0"/>
              <a:t>, </a:t>
            </a:r>
            <a:r>
              <a:rPr lang="pt-BR" dirty="0" err="1" smtClean="0"/>
              <a:t>supabaseKey</a:t>
            </a:r>
            <a:r>
              <a:rPr lang="pt-BR" dirty="0" smtClean="0"/>
              <a:t>);</a:t>
            </a:r>
          </a:p>
          <a:p>
            <a:endParaRPr lang="pt-BR" dirty="0" smtClean="0"/>
          </a:p>
          <a:p>
            <a:r>
              <a:rPr lang="pt-BR" dirty="0" smtClean="0"/>
              <a:t>        </a:t>
            </a:r>
            <a:r>
              <a:rPr lang="pt-BR" dirty="0" err="1" smtClean="0"/>
              <a:t>function</a:t>
            </a:r>
            <a:r>
              <a:rPr lang="pt-BR" dirty="0" smtClean="0"/>
              <a:t> </a:t>
            </a:r>
            <a:r>
              <a:rPr lang="pt-BR" dirty="0" err="1" smtClean="0"/>
              <a:t>mudarTela</a:t>
            </a:r>
            <a:r>
              <a:rPr lang="pt-BR" dirty="0" smtClean="0"/>
              <a:t>(id) {</a:t>
            </a:r>
          </a:p>
          <a:p>
            <a:r>
              <a:rPr lang="pt-BR" dirty="0" smtClean="0"/>
              <a:t>            </a:t>
            </a:r>
            <a:r>
              <a:rPr lang="pt-BR" dirty="0" err="1" smtClean="0"/>
              <a:t>document.querySelectorAll</a:t>
            </a:r>
            <a:r>
              <a:rPr lang="pt-BR" dirty="0" smtClean="0"/>
              <a:t>('.container').</a:t>
            </a:r>
            <a:r>
              <a:rPr lang="pt-BR" dirty="0" err="1" smtClean="0"/>
              <a:t>forEach</a:t>
            </a:r>
            <a:r>
              <a:rPr lang="pt-BR" dirty="0" smtClean="0"/>
              <a:t>(t =&gt; </a:t>
            </a:r>
            <a:r>
              <a:rPr lang="pt-BR" dirty="0" err="1" smtClean="0"/>
              <a:t>t.classList.add</a:t>
            </a:r>
            <a:r>
              <a:rPr lang="pt-BR" dirty="0" smtClean="0"/>
              <a:t>('</a:t>
            </a:r>
            <a:r>
              <a:rPr lang="pt-BR" dirty="0" err="1" smtClean="0"/>
              <a:t>hidden</a:t>
            </a:r>
            <a:r>
              <a:rPr lang="pt-BR" dirty="0" smtClean="0"/>
              <a:t>'));</a:t>
            </a:r>
          </a:p>
          <a:p>
            <a:r>
              <a:rPr lang="pt-BR" dirty="0" smtClean="0"/>
              <a:t>            </a:t>
            </a:r>
            <a:r>
              <a:rPr lang="pt-BR" dirty="0" err="1" smtClean="0"/>
              <a:t>document.getElementById</a:t>
            </a:r>
            <a:r>
              <a:rPr lang="pt-BR" dirty="0" smtClean="0"/>
              <a:t>(id).</a:t>
            </a:r>
            <a:r>
              <a:rPr lang="pt-BR" dirty="0" err="1" smtClean="0"/>
              <a:t>classList.remove</a:t>
            </a:r>
            <a:r>
              <a:rPr lang="pt-BR" dirty="0" smtClean="0"/>
              <a:t>('</a:t>
            </a:r>
            <a:r>
              <a:rPr lang="pt-BR" dirty="0" err="1" smtClean="0"/>
              <a:t>hidden</a:t>
            </a:r>
            <a:r>
              <a:rPr lang="pt-BR" dirty="0" smtClean="0"/>
              <a:t>');</a:t>
            </a:r>
          </a:p>
          <a:p>
            <a:r>
              <a:rPr lang="pt-BR" dirty="0" smtClean="0"/>
              <a:t>        }</a:t>
            </a:r>
          </a:p>
          <a:p>
            <a:endParaRPr lang="pt-BR" dirty="0" smtClean="0"/>
          </a:p>
          <a:p>
            <a:r>
              <a:rPr lang="pt-BR" dirty="0" smtClean="0"/>
              <a:t>        </a:t>
            </a:r>
            <a:r>
              <a:rPr lang="pt-BR" dirty="0" err="1" smtClean="0"/>
              <a:t>async</a:t>
            </a:r>
            <a:r>
              <a:rPr lang="pt-BR" dirty="0" smtClean="0"/>
              <a:t> </a:t>
            </a:r>
            <a:r>
              <a:rPr lang="pt-BR" dirty="0" err="1" smtClean="0"/>
              <a:t>function</a:t>
            </a:r>
            <a:r>
              <a:rPr lang="pt-BR" dirty="0" smtClean="0"/>
              <a:t> </a:t>
            </a:r>
            <a:r>
              <a:rPr lang="pt-BR" dirty="0" err="1" smtClean="0"/>
              <a:t>verificarAcesso</a:t>
            </a:r>
            <a:r>
              <a:rPr lang="pt-BR" dirty="0" smtClean="0"/>
              <a:t>() {</a:t>
            </a:r>
          </a:p>
          <a:p>
            <a:r>
              <a:rPr lang="pt-BR" dirty="0" smtClean="0"/>
              <a:t>            </a:t>
            </a:r>
            <a:r>
              <a:rPr lang="pt-BR" dirty="0" err="1" smtClean="0"/>
              <a:t>const</a:t>
            </a:r>
            <a:r>
              <a:rPr lang="pt-BR" dirty="0" smtClean="0"/>
              <a:t> </a:t>
            </a:r>
            <a:r>
              <a:rPr lang="pt-BR" dirty="0" err="1" smtClean="0"/>
              <a:t>cpf</a:t>
            </a:r>
            <a:r>
              <a:rPr lang="pt-BR" dirty="0" smtClean="0"/>
              <a:t> = </a:t>
            </a:r>
            <a:r>
              <a:rPr lang="pt-BR" dirty="0" err="1" smtClean="0"/>
              <a:t>document.getElementById</a:t>
            </a:r>
            <a:r>
              <a:rPr lang="pt-BR" dirty="0" smtClean="0"/>
              <a:t>('</a:t>
            </a:r>
            <a:r>
              <a:rPr lang="pt-BR" dirty="0" err="1" smtClean="0"/>
              <a:t>login-cpf</a:t>
            </a:r>
            <a:r>
              <a:rPr lang="pt-BR" dirty="0" smtClean="0"/>
              <a:t>').</a:t>
            </a:r>
            <a:r>
              <a:rPr lang="pt-BR" dirty="0" err="1" smtClean="0"/>
              <a:t>value</a:t>
            </a:r>
            <a:r>
              <a:rPr lang="pt-BR" dirty="0" smtClean="0"/>
              <a:t>;</a:t>
            </a:r>
          </a:p>
          <a:p>
            <a:r>
              <a:rPr lang="pt-BR" dirty="0" smtClean="0"/>
              <a:t>            </a:t>
            </a:r>
            <a:r>
              <a:rPr lang="pt-BR" dirty="0" err="1" smtClean="0"/>
              <a:t>if</a:t>
            </a:r>
            <a:r>
              <a:rPr lang="pt-BR" dirty="0" smtClean="0"/>
              <a:t>(!</a:t>
            </a:r>
            <a:r>
              <a:rPr lang="pt-BR" dirty="0" err="1" smtClean="0"/>
              <a:t>cpf</a:t>
            </a:r>
            <a:r>
              <a:rPr lang="pt-BR" dirty="0" smtClean="0"/>
              <a:t>) </a:t>
            </a:r>
            <a:r>
              <a:rPr lang="pt-BR" dirty="0" err="1" smtClean="0"/>
              <a:t>return</a:t>
            </a:r>
            <a:r>
              <a:rPr lang="pt-BR" dirty="0" smtClean="0"/>
              <a:t> </a:t>
            </a:r>
            <a:r>
              <a:rPr lang="pt-BR" dirty="0" err="1" smtClean="0"/>
              <a:t>alert</a:t>
            </a:r>
            <a:r>
              <a:rPr lang="pt-BR" dirty="0" smtClean="0"/>
              <a:t>("Digite seu CPF");</a:t>
            </a:r>
          </a:p>
          <a:p>
            <a:endParaRPr lang="pt-BR" dirty="0" smtClean="0"/>
          </a:p>
          <a:p>
            <a:r>
              <a:rPr lang="pt-BR" dirty="0" smtClean="0"/>
              <a:t>            </a:t>
            </a:r>
            <a:r>
              <a:rPr lang="pt-BR" dirty="0" err="1" smtClean="0"/>
              <a:t>const</a:t>
            </a:r>
            <a:r>
              <a:rPr lang="pt-BR" dirty="0" smtClean="0"/>
              <a:t> { data, </a:t>
            </a:r>
            <a:r>
              <a:rPr lang="pt-BR" dirty="0" err="1" smtClean="0"/>
              <a:t>error</a:t>
            </a:r>
            <a:r>
              <a:rPr lang="pt-BR" dirty="0" smtClean="0"/>
              <a:t> } = </a:t>
            </a:r>
            <a:r>
              <a:rPr lang="pt-BR" dirty="0" err="1" smtClean="0"/>
              <a:t>await</a:t>
            </a:r>
            <a:r>
              <a:rPr lang="pt-BR" dirty="0" smtClean="0"/>
              <a:t> _</a:t>
            </a:r>
            <a:r>
              <a:rPr lang="pt-BR" dirty="0" err="1" smtClean="0"/>
              <a:t>supabase.from</a:t>
            </a:r>
            <a:r>
              <a:rPr lang="pt-BR" dirty="0" smtClean="0"/>
              <a:t>('</a:t>
            </a:r>
            <a:r>
              <a:rPr lang="pt-BR" dirty="0" err="1" smtClean="0"/>
              <a:t>usuarios</a:t>
            </a:r>
            <a:r>
              <a:rPr lang="pt-BR" dirty="0" smtClean="0"/>
              <a:t>').</a:t>
            </a:r>
            <a:r>
              <a:rPr lang="pt-BR" dirty="0" err="1" smtClean="0"/>
              <a:t>select</a:t>
            </a:r>
            <a:r>
              <a:rPr lang="pt-BR" dirty="0" smtClean="0"/>
              <a:t>('*').</a:t>
            </a:r>
            <a:r>
              <a:rPr lang="pt-BR" dirty="0" err="1" smtClean="0"/>
              <a:t>eq</a:t>
            </a:r>
            <a:r>
              <a:rPr lang="pt-BR" dirty="0" smtClean="0"/>
              <a:t>('</a:t>
            </a:r>
            <a:r>
              <a:rPr lang="pt-BR" dirty="0" err="1" smtClean="0"/>
              <a:t>cpf</a:t>
            </a:r>
            <a:r>
              <a:rPr lang="pt-BR" dirty="0" smtClean="0"/>
              <a:t>', </a:t>
            </a:r>
            <a:r>
              <a:rPr lang="pt-BR" dirty="0" err="1" smtClean="0"/>
              <a:t>cpf</a:t>
            </a:r>
            <a:r>
              <a:rPr lang="pt-BR" dirty="0" smtClean="0"/>
              <a:t>).single();</a:t>
            </a:r>
          </a:p>
          <a:p>
            <a:endParaRPr lang="pt-BR" dirty="0" smtClean="0"/>
          </a:p>
          <a:p>
            <a:r>
              <a:rPr lang="pt-BR" dirty="0" smtClean="0"/>
              <a:t>            </a:t>
            </a:r>
            <a:r>
              <a:rPr lang="pt-BR" dirty="0" err="1" smtClean="0"/>
              <a:t>if</a:t>
            </a:r>
            <a:r>
              <a:rPr lang="pt-BR" dirty="0" smtClean="0"/>
              <a:t> (</a:t>
            </a:r>
            <a:r>
              <a:rPr lang="pt-BR" dirty="0" err="1" smtClean="0"/>
              <a:t>error</a:t>
            </a:r>
            <a:r>
              <a:rPr lang="pt-BR" dirty="0" smtClean="0"/>
              <a:t> || !data) {</a:t>
            </a:r>
          </a:p>
          <a:p>
            <a:r>
              <a:rPr lang="pt-BR" dirty="0" smtClean="0"/>
              <a:t>                </a:t>
            </a:r>
            <a:r>
              <a:rPr lang="pt-BR" dirty="0" err="1" smtClean="0"/>
              <a:t>alert</a:t>
            </a:r>
            <a:r>
              <a:rPr lang="pt-BR" dirty="0" smtClean="0"/>
              <a:t>("Conta não encontrada ou CPF incorreto.");</a:t>
            </a:r>
          </a:p>
          <a:p>
            <a:r>
              <a:rPr lang="pt-BR" dirty="0" smtClean="0"/>
              <a:t>                </a:t>
            </a:r>
            <a:r>
              <a:rPr lang="pt-BR" dirty="0" err="1" smtClean="0"/>
              <a:t>return</a:t>
            </a:r>
            <a:r>
              <a:rPr lang="pt-BR" dirty="0" smtClean="0"/>
              <a:t>;</a:t>
            </a:r>
          </a:p>
          <a:p>
            <a:r>
              <a:rPr lang="pt-BR" dirty="0" smtClean="0"/>
              <a:t>            }</a:t>
            </a:r>
          </a:p>
          <a:p>
            <a:endParaRPr lang="pt-BR" dirty="0" smtClean="0"/>
          </a:p>
          <a:p>
            <a:r>
              <a:rPr lang="pt-BR" dirty="0" smtClean="0"/>
              <a:t>            </a:t>
            </a:r>
            <a:r>
              <a:rPr lang="pt-BR" dirty="0" err="1" smtClean="0"/>
              <a:t>if</a:t>
            </a:r>
            <a:r>
              <a:rPr lang="pt-BR" dirty="0" smtClean="0"/>
              <a:t> (</a:t>
            </a:r>
            <a:r>
              <a:rPr lang="pt-BR" dirty="0" err="1" smtClean="0"/>
              <a:t>data.status_conta</a:t>
            </a:r>
            <a:r>
              <a:rPr lang="pt-BR" dirty="0" smtClean="0"/>
              <a:t> === 'ANALISE') {</a:t>
            </a:r>
          </a:p>
          <a:p>
            <a:r>
              <a:rPr lang="pt-BR" dirty="0" smtClean="0"/>
              <a:t>                </a:t>
            </a:r>
            <a:r>
              <a:rPr lang="pt-BR" dirty="0" err="1" smtClean="0"/>
              <a:t>mudarTela</a:t>
            </a:r>
            <a:r>
              <a:rPr lang="pt-BR" dirty="0" smtClean="0"/>
              <a:t>('tela-analise');</a:t>
            </a:r>
          </a:p>
          <a:p>
            <a:r>
              <a:rPr lang="pt-BR" dirty="0" smtClean="0"/>
              <a:t>            } </a:t>
            </a:r>
            <a:r>
              <a:rPr lang="pt-BR" dirty="0" err="1" smtClean="0"/>
              <a:t>else</a:t>
            </a:r>
            <a:r>
              <a:rPr lang="pt-BR" dirty="0" smtClean="0"/>
              <a:t> {</a:t>
            </a:r>
          </a:p>
          <a:p>
            <a:r>
              <a:rPr lang="pt-BR" dirty="0" smtClean="0"/>
              <a:t>                </a:t>
            </a:r>
            <a:r>
              <a:rPr lang="pt-BR" dirty="0" err="1" smtClean="0"/>
              <a:t>mudarTela</a:t>
            </a:r>
            <a:r>
              <a:rPr lang="pt-BR" dirty="0" smtClean="0"/>
              <a:t>('tela-home');</a:t>
            </a:r>
          </a:p>
          <a:p>
            <a:r>
              <a:rPr lang="pt-BR" dirty="0" smtClean="0"/>
              <a:t>                </a:t>
            </a:r>
            <a:r>
              <a:rPr lang="pt-BR" dirty="0" err="1" smtClean="0"/>
              <a:t>document.getElementById</a:t>
            </a:r>
            <a:r>
              <a:rPr lang="pt-BR" dirty="0" smtClean="0"/>
              <a:t>('</a:t>
            </a:r>
            <a:r>
              <a:rPr lang="pt-BR" dirty="0" err="1" smtClean="0"/>
              <a:t>user</a:t>
            </a:r>
            <a:r>
              <a:rPr lang="pt-BR" dirty="0" smtClean="0"/>
              <a:t>-nome').</a:t>
            </a:r>
            <a:r>
              <a:rPr lang="pt-BR" dirty="0" err="1" smtClean="0"/>
              <a:t>innerText</a:t>
            </a:r>
            <a:r>
              <a:rPr lang="pt-BR" dirty="0" smtClean="0"/>
              <a:t> = </a:t>
            </a:r>
            <a:r>
              <a:rPr lang="pt-BR" dirty="0" err="1" smtClean="0"/>
              <a:t>data.nome.split</a:t>
            </a:r>
            <a:r>
              <a:rPr lang="pt-BR" dirty="0" smtClean="0"/>
              <a:t>(' ')[0];</a:t>
            </a:r>
          </a:p>
          <a:p>
            <a:r>
              <a:rPr lang="pt-BR" dirty="0" smtClean="0"/>
              <a:t>                </a:t>
            </a:r>
            <a:r>
              <a:rPr lang="pt-BR" dirty="0" err="1" smtClean="0"/>
              <a:t>document.getElementById</a:t>
            </a:r>
            <a:r>
              <a:rPr lang="pt-BR" dirty="0" smtClean="0"/>
              <a:t>('</a:t>
            </a:r>
            <a:r>
              <a:rPr lang="pt-BR" dirty="0" err="1" smtClean="0"/>
              <a:t>user</a:t>
            </a:r>
            <a:r>
              <a:rPr lang="pt-BR" dirty="0" smtClean="0"/>
              <a:t>-saldo').</a:t>
            </a:r>
            <a:r>
              <a:rPr lang="pt-BR" dirty="0" err="1" smtClean="0"/>
              <a:t>innerText</a:t>
            </a:r>
            <a:r>
              <a:rPr lang="pt-BR" dirty="0" smtClean="0"/>
              <a:t> = </a:t>
            </a:r>
            <a:r>
              <a:rPr lang="pt-BR" dirty="0" err="1" smtClean="0"/>
              <a:t>data.saldo.toLocaleString</a:t>
            </a:r>
            <a:r>
              <a:rPr lang="pt-BR" dirty="0" smtClean="0"/>
              <a:t>('</a:t>
            </a:r>
            <a:r>
              <a:rPr lang="pt-BR" dirty="0" err="1" smtClean="0"/>
              <a:t>pt</a:t>
            </a:r>
            <a:r>
              <a:rPr lang="pt-BR" dirty="0" smtClean="0"/>
              <a:t>-BR', {</a:t>
            </a:r>
            <a:r>
              <a:rPr lang="pt-BR" dirty="0" err="1" smtClean="0"/>
              <a:t>minimumFractionDigits</a:t>
            </a:r>
            <a:r>
              <a:rPr lang="pt-BR" dirty="0" smtClean="0"/>
              <a:t>: 2});</a:t>
            </a:r>
          </a:p>
          <a:p>
            <a:r>
              <a:rPr lang="pt-BR" dirty="0" smtClean="0"/>
              <a:t>            }</a:t>
            </a:r>
          </a:p>
          <a:p>
            <a:r>
              <a:rPr lang="pt-BR" dirty="0" smtClean="0"/>
              <a:t>        }</a:t>
            </a:r>
          </a:p>
          <a:p>
            <a:endParaRPr lang="pt-BR" dirty="0" smtClean="0"/>
          </a:p>
          <a:p>
            <a:r>
              <a:rPr lang="pt-BR" dirty="0" smtClean="0"/>
              <a:t>        </a:t>
            </a:r>
            <a:r>
              <a:rPr lang="pt-BR" dirty="0" err="1" smtClean="0"/>
              <a:t>async</a:t>
            </a:r>
            <a:r>
              <a:rPr lang="pt-BR" dirty="0" smtClean="0"/>
              <a:t> </a:t>
            </a:r>
            <a:r>
              <a:rPr lang="pt-BR" dirty="0" err="1" smtClean="0"/>
              <a:t>function</a:t>
            </a:r>
            <a:r>
              <a:rPr lang="pt-BR" dirty="0" smtClean="0"/>
              <a:t> </a:t>
            </a:r>
            <a:r>
              <a:rPr lang="pt-BR" dirty="0" err="1" smtClean="0"/>
              <a:t>realizarCadastro</a:t>
            </a:r>
            <a:r>
              <a:rPr lang="pt-BR" dirty="0" smtClean="0"/>
              <a:t>() {</a:t>
            </a:r>
          </a:p>
          <a:p>
            <a:r>
              <a:rPr lang="pt-BR" dirty="0" smtClean="0"/>
              <a:t>            </a:t>
            </a:r>
            <a:r>
              <a:rPr lang="pt-BR" dirty="0" err="1" smtClean="0"/>
              <a:t>const</a:t>
            </a:r>
            <a:r>
              <a:rPr lang="pt-BR" dirty="0" smtClean="0"/>
              <a:t> nome = </a:t>
            </a:r>
            <a:r>
              <a:rPr lang="pt-BR" dirty="0" err="1" smtClean="0"/>
              <a:t>document.getElementById</a:t>
            </a:r>
            <a:r>
              <a:rPr lang="pt-BR" dirty="0" smtClean="0"/>
              <a:t>('</a:t>
            </a:r>
            <a:r>
              <a:rPr lang="pt-BR" dirty="0" err="1" smtClean="0"/>
              <a:t>reg</a:t>
            </a:r>
            <a:r>
              <a:rPr lang="pt-BR" dirty="0" smtClean="0"/>
              <a:t>-nome').</a:t>
            </a:r>
            <a:r>
              <a:rPr lang="pt-BR" dirty="0" err="1" smtClean="0"/>
              <a:t>value</a:t>
            </a:r>
            <a:r>
              <a:rPr lang="pt-BR" dirty="0" smtClean="0"/>
              <a:t>;</a:t>
            </a:r>
          </a:p>
          <a:p>
            <a:r>
              <a:rPr lang="pt-BR" dirty="0" smtClean="0"/>
              <a:t>            </a:t>
            </a:r>
            <a:r>
              <a:rPr lang="pt-BR" dirty="0" err="1" smtClean="0"/>
              <a:t>const</a:t>
            </a:r>
            <a:r>
              <a:rPr lang="pt-BR" dirty="0" smtClean="0"/>
              <a:t> </a:t>
            </a:r>
            <a:r>
              <a:rPr lang="pt-BR" dirty="0" err="1" smtClean="0"/>
              <a:t>cpf</a:t>
            </a:r>
            <a:r>
              <a:rPr lang="pt-BR" dirty="0" smtClean="0"/>
              <a:t> = </a:t>
            </a:r>
            <a:r>
              <a:rPr lang="pt-BR" dirty="0" err="1" smtClean="0"/>
              <a:t>document.getElementById</a:t>
            </a:r>
            <a:r>
              <a:rPr lang="pt-BR" dirty="0" smtClean="0"/>
              <a:t>('</a:t>
            </a:r>
            <a:r>
              <a:rPr lang="pt-BR" dirty="0" err="1" smtClean="0"/>
              <a:t>reg-cpf</a:t>
            </a:r>
            <a:r>
              <a:rPr lang="pt-BR" dirty="0" smtClean="0"/>
              <a:t>').</a:t>
            </a:r>
            <a:r>
              <a:rPr lang="pt-BR" dirty="0" err="1" smtClean="0"/>
              <a:t>value</a:t>
            </a:r>
            <a:r>
              <a:rPr lang="pt-BR" dirty="0" smtClean="0"/>
              <a:t>;</a:t>
            </a:r>
          </a:p>
          <a:p>
            <a:r>
              <a:rPr lang="pt-BR" dirty="0" smtClean="0"/>
              <a:t>            </a:t>
            </a:r>
            <a:r>
              <a:rPr lang="pt-BR" dirty="0" err="1" smtClean="0"/>
              <a:t>const</a:t>
            </a:r>
            <a:r>
              <a:rPr lang="pt-BR" dirty="0" smtClean="0"/>
              <a:t> foto = </a:t>
            </a:r>
            <a:r>
              <a:rPr lang="pt-BR" dirty="0" err="1" smtClean="0"/>
              <a:t>document.getElementById</a:t>
            </a:r>
            <a:r>
              <a:rPr lang="pt-BR" dirty="0" smtClean="0"/>
              <a:t>('</a:t>
            </a:r>
            <a:r>
              <a:rPr lang="pt-BR" dirty="0" err="1" smtClean="0"/>
              <a:t>reg</a:t>
            </a:r>
            <a:r>
              <a:rPr lang="pt-BR" dirty="0" smtClean="0"/>
              <a:t>-foto').files[0];</a:t>
            </a:r>
          </a:p>
          <a:p>
            <a:r>
              <a:rPr lang="pt-BR" dirty="0" smtClean="0"/>
              <a:t>            </a:t>
            </a:r>
            <a:r>
              <a:rPr lang="pt-BR" dirty="0" err="1" smtClean="0"/>
              <a:t>const</a:t>
            </a:r>
            <a:r>
              <a:rPr lang="pt-BR" dirty="0" smtClean="0"/>
              <a:t> </a:t>
            </a:r>
            <a:r>
              <a:rPr lang="pt-BR" dirty="0" err="1" smtClean="0"/>
              <a:t>btn</a:t>
            </a:r>
            <a:r>
              <a:rPr lang="pt-BR" dirty="0" smtClean="0"/>
              <a:t> = </a:t>
            </a:r>
            <a:r>
              <a:rPr lang="pt-BR" dirty="0" err="1" smtClean="0"/>
              <a:t>document.getElementById</a:t>
            </a:r>
            <a:r>
              <a:rPr lang="pt-BR" dirty="0" smtClean="0"/>
              <a:t>('</a:t>
            </a:r>
            <a:r>
              <a:rPr lang="pt-BR" dirty="0" err="1" smtClean="0"/>
              <a:t>btn</a:t>
            </a:r>
            <a:r>
              <a:rPr lang="pt-BR" dirty="0" smtClean="0"/>
              <a:t>-cadastrar');</a:t>
            </a:r>
          </a:p>
          <a:p>
            <a:endParaRPr lang="pt-BR" dirty="0" smtClean="0"/>
          </a:p>
          <a:p>
            <a:r>
              <a:rPr lang="pt-BR" dirty="0" smtClean="0"/>
              <a:t>            </a:t>
            </a:r>
            <a:r>
              <a:rPr lang="pt-BR" dirty="0" err="1" smtClean="0"/>
              <a:t>if</a:t>
            </a:r>
            <a:r>
              <a:rPr lang="pt-BR" dirty="0" smtClean="0"/>
              <a:t>(!nome || !</a:t>
            </a:r>
            <a:r>
              <a:rPr lang="pt-BR" dirty="0" err="1" smtClean="0"/>
              <a:t>cpf</a:t>
            </a:r>
            <a:r>
              <a:rPr lang="pt-BR" dirty="0" smtClean="0"/>
              <a:t> || !foto) </a:t>
            </a:r>
            <a:r>
              <a:rPr lang="pt-BR" dirty="0" err="1" smtClean="0"/>
              <a:t>return</a:t>
            </a:r>
            <a:r>
              <a:rPr lang="pt-BR" dirty="0" smtClean="0"/>
              <a:t> </a:t>
            </a:r>
            <a:r>
              <a:rPr lang="pt-BR" dirty="0" err="1" smtClean="0"/>
              <a:t>alert</a:t>
            </a:r>
            <a:r>
              <a:rPr lang="pt-BR" dirty="0" smtClean="0"/>
              <a:t>("Preencha todos os campos e anexe o RG.");</a:t>
            </a:r>
          </a:p>
          <a:p>
            <a:endParaRPr lang="pt-BR" dirty="0" smtClean="0"/>
          </a:p>
          <a:p>
            <a:r>
              <a:rPr lang="pt-BR" dirty="0" smtClean="0"/>
              <a:t>            </a:t>
            </a:r>
            <a:r>
              <a:rPr lang="pt-BR" dirty="0" err="1" smtClean="0"/>
              <a:t>btn.innerText</a:t>
            </a:r>
            <a:r>
              <a:rPr lang="pt-BR" dirty="0" smtClean="0"/>
              <a:t> = "ENVIANDO...";</a:t>
            </a:r>
          </a:p>
          <a:p>
            <a:r>
              <a:rPr lang="pt-BR" dirty="0" smtClean="0"/>
              <a:t>            </a:t>
            </a:r>
            <a:r>
              <a:rPr lang="pt-BR" dirty="0" err="1" smtClean="0"/>
              <a:t>btn.disabled</a:t>
            </a:r>
            <a:r>
              <a:rPr lang="pt-BR" dirty="0" smtClean="0"/>
              <a:t> = </a:t>
            </a:r>
            <a:r>
              <a:rPr lang="pt-BR" dirty="0" err="1" smtClean="0"/>
              <a:t>true</a:t>
            </a:r>
            <a:r>
              <a:rPr lang="pt-BR" dirty="0" smtClean="0"/>
              <a:t>;</a:t>
            </a:r>
          </a:p>
          <a:p>
            <a:endParaRPr lang="pt-BR" dirty="0" smtClean="0"/>
          </a:p>
          <a:p>
            <a:r>
              <a:rPr lang="pt-BR" dirty="0" smtClean="0"/>
              <a:t>            </a:t>
            </a:r>
            <a:r>
              <a:rPr lang="pt-BR" dirty="0" err="1" smtClean="0"/>
              <a:t>try</a:t>
            </a:r>
            <a:r>
              <a:rPr lang="pt-BR" dirty="0" smtClean="0"/>
              <a:t> {</a:t>
            </a:r>
          </a:p>
          <a:p>
            <a:r>
              <a:rPr lang="pt-BR" dirty="0" smtClean="0"/>
              <a:t>                // 1. Upload da Foto para o </a:t>
            </a:r>
            <a:r>
              <a:rPr lang="pt-BR" dirty="0" err="1" smtClean="0"/>
              <a:t>Storage</a:t>
            </a:r>
            <a:endParaRPr lang="pt-BR" dirty="0" smtClean="0"/>
          </a:p>
          <a:p>
            <a:r>
              <a:rPr lang="pt-BR" dirty="0" smtClean="0"/>
              <a:t>                </a:t>
            </a:r>
            <a:r>
              <a:rPr lang="pt-BR" dirty="0" err="1" smtClean="0"/>
              <a:t>const</a:t>
            </a:r>
            <a:r>
              <a:rPr lang="pt-BR" dirty="0" smtClean="0"/>
              <a:t> </a:t>
            </a:r>
            <a:r>
              <a:rPr lang="pt-BR" dirty="0" err="1" smtClean="0"/>
              <a:t>fileExt</a:t>
            </a:r>
            <a:r>
              <a:rPr lang="pt-BR" dirty="0" smtClean="0"/>
              <a:t> = </a:t>
            </a:r>
            <a:r>
              <a:rPr lang="pt-BR" dirty="0" err="1" smtClean="0"/>
              <a:t>foto.name.split</a:t>
            </a:r>
            <a:r>
              <a:rPr lang="pt-BR" dirty="0" smtClean="0"/>
              <a:t>('.').pop();</a:t>
            </a:r>
          </a:p>
          <a:p>
            <a:r>
              <a:rPr lang="pt-BR" dirty="0" smtClean="0"/>
              <a:t>                </a:t>
            </a:r>
            <a:r>
              <a:rPr lang="pt-BR" dirty="0" err="1" smtClean="0"/>
              <a:t>const</a:t>
            </a:r>
            <a:r>
              <a:rPr lang="pt-BR" dirty="0" smtClean="0"/>
              <a:t> </a:t>
            </a:r>
            <a:r>
              <a:rPr lang="pt-BR" dirty="0" err="1" smtClean="0"/>
              <a:t>fileName</a:t>
            </a:r>
            <a:r>
              <a:rPr lang="pt-BR" dirty="0" smtClean="0"/>
              <a:t> = `${</a:t>
            </a:r>
            <a:r>
              <a:rPr lang="pt-BR" dirty="0" err="1" smtClean="0"/>
              <a:t>cpf</a:t>
            </a:r>
            <a:r>
              <a:rPr lang="pt-BR" dirty="0" smtClean="0"/>
              <a:t>}_${</a:t>
            </a:r>
            <a:r>
              <a:rPr lang="pt-BR" dirty="0" err="1" smtClean="0"/>
              <a:t>Date.now</a:t>
            </a:r>
            <a:r>
              <a:rPr lang="pt-BR" dirty="0" smtClean="0"/>
              <a:t>()}.${</a:t>
            </a:r>
            <a:r>
              <a:rPr lang="pt-BR" dirty="0" err="1" smtClean="0"/>
              <a:t>fileExt</a:t>
            </a:r>
            <a:r>
              <a:rPr lang="pt-BR" dirty="0" smtClean="0"/>
              <a:t>}`;</a:t>
            </a:r>
          </a:p>
          <a:p>
            <a:r>
              <a:rPr lang="pt-BR" dirty="0" smtClean="0"/>
              <a:t>                </a:t>
            </a:r>
          </a:p>
          <a:p>
            <a:r>
              <a:rPr lang="pt-BR" dirty="0" smtClean="0"/>
              <a:t>                </a:t>
            </a:r>
            <a:r>
              <a:rPr lang="pt-BR" dirty="0" err="1" smtClean="0"/>
              <a:t>const</a:t>
            </a:r>
            <a:r>
              <a:rPr lang="pt-BR" dirty="0" smtClean="0"/>
              <a:t> { </a:t>
            </a:r>
            <a:r>
              <a:rPr lang="pt-BR" dirty="0" err="1" smtClean="0"/>
              <a:t>error</a:t>
            </a:r>
            <a:r>
              <a:rPr lang="pt-BR" dirty="0" smtClean="0"/>
              <a:t>: </a:t>
            </a:r>
            <a:r>
              <a:rPr lang="pt-BR" dirty="0" err="1" smtClean="0"/>
              <a:t>uploadError</a:t>
            </a:r>
            <a:r>
              <a:rPr lang="pt-BR" dirty="0" smtClean="0"/>
              <a:t> } = </a:t>
            </a:r>
            <a:r>
              <a:rPr lang="pt-BR" dirty="0" err="1" smtClean="0"/>
              <a:t>await</a:t>
            </a:r>
            <a:r>
              <a:rPr lang="pt-BR" dirty="0" smtClean="0"/>
              <a:t> _</a:t>
            </a:r>
            <a:r>
              <a:rPr lang="pt-BR" dirty="0" err="1" smtClean="0"/>
              <a:t>supabase.storage</a:t>
            </a:r>
            <a:endParaRPr lang="pt-BR" dirty="0" smtClean="0"/>
          </a:p>
          <a:p>
            <a:r>
              <a:rPr lang="pt-BR" dirty="0" smtClean="0"/>
              <a:t>                    .</a:t>
            </a:r>
            <a:r>
              <a:rPr lang="pt-BR" dirty="0" err="1" smtClean="0"/>
              <a:t>from</a:t>
            </a:r>
            <a:r>
              <a:rPr lang="pt-BR" dirty="0" smtClean="0"/>
              <a:t>('documentos')</a:t>
            </a:r>
          </a:p>
          <a:p>
            <a:r>
              <a:rPr lang="pt-BR" dirty="0" smtClean="0"/>
              <a:t>                    .upload(</a:t>
            </a:r>
            <a:r>
              <a:rPr lang="pt-BR" dirty="0" err="1" smtClean="0"/>
              <a:t>fileName</a:t>
            </a:r>
            <a:r>
              <a:rPr lang="pt-BR" dirty="0" smtClean="0"/>
              <a:t>, foto);</a:t>
            </a:r>
          </a:p>
          <a:p>
            <a:endParaRPr lang="pt-BR" dirty="0" smtClean="0"/>
          </a:p>
          <a:p>
            <a:r>
              <a:rPr lang="pt-BR" dirty="0" smtClean="0"/>
              <a:t>                </a:t>
            </a:r>
            <a:r>
              <a:rPr lang="pt-BR" dirty="0" err="1" smtClean="0"/>
              <a:t>if</a:t>
            </a:r>
            <a:r>
              <a:rPr lang="pt-BR" dirty="0" smtClean="0"/>
              <a:t> (</a:t>
            </a:r>
            <a:r>
              <a:rPr lang="pt-BR" dirty="0" err="1" smtClean="0"/>
              <a:t>uploadError</a:t>
            </a:r>
            <a:r>
              <a:rPr lang="pt-BR" dirty="0" smtClean="0"/>
              <a:t>) </a:t>
            </a:r>
            <a:r>
              <a:rPr lang="pt-BR" dirty="0" err="1" smtClean="0"/>
              <a:t>throw</a:t>
            </a:r>
            <a:r>
              <a:rPr lang="pt-BR" dirty="0" smtClean="0"/>
              <a:t> </a:t>
            </a:r>
            <a:r>
              <a:rPr lang="pt-BR" dirty="0" err="1" smtClean="0"/>
              <a:t>uploadError</a:t>
            </a:r>
            <a:r>
              <a:rPr lang="pt-BR" dirty="0" smtClean="0"/>
              <a:t>;</a:t>
            </a:r>
          </a:p>
          <a:p>
            <a:endParaRPr lang="pt-BR" dirty="0" smtClean="0"/>
          </a:p>
          <a:p>
            <a:r>
              <a:rPr lang="pt-BR" dirty="0" smtClean="0"/>
              <a:t>                </a:t>
            </a:r>
            <a:r>
              <a:rPr lang="pt-BR" dirty="0" err="1" smtClean="0"/>
              <a:t>const</a:t>
            </a:r>
            <a:r>
              <a:rPr lang="pt-BR" dirty="0" smtClean="0"/>
              <a:t> </a:t>
            </a:r>
            <a:r>
              <a:rPr lang="pt-BR" dirty="0" err="1" smtClean="0"/>
              <a:t>photoUrl</a:t>
            </a:r>
            <a:r>
              <a:rPr lang="pt-BR" dirty="0" smtClean="0"/>
              <a:t> = `${</a:t>
            </a:r>
            <a:r>
              <a:rPr lang="pt-BR" dirty="0" err="1" smtClean="0"/>
              <a:t>supabaseUrl</a:t>
            </a:r>
            <a:r>
              <a:rPr lang="pt-BR" dirty="0" smtClean="0"/>
              <a:t>}/</a:t>
            </a:r>
            <a:r>
              <a:rPr lang="pt-BR" dirty="0" err="1" smtClean="0"/>
              <a:t>storage</a:t>
            </a:r>
            <a:r>
              <a:rPr lang="pt-BR" dirty="0" smtClean="0"/>
              <a:t>/v1/</a:t>
            </a:r>
            <a:r>
              <a:rPr lang="pt-BR" dirty="0" err="1" smtClean="0"/>
              <a:t>object</a:t>
            </a:r>
            <a:r>
              <a:rPr lang="pt-BR" dirty="0" smtClean="0"/>
              <a:t>/</a:t>
            </a:r>
            <a:r>
              <a:rPr lang="pt-BR" dirty="0" err="1" smtClean="0"/>
              <a:t>public</a:t>
            </a:r>
            <a:r>
              <a:rPr lang="pt-BR" dirty="0" smtClean="0"/>
              <a:t>/documentos/${</a:t>
            </a:r>
            <a:r>
              <a:rPr lang="pt-BR" dirty="0" err="1" smtClean="0"/>
              <a:t>fileName</a:t>
            </a:r>
            <a:r>
              <a:rPr lang="pt-BR" dirty="0" smtClean="0"/>
              <a:t>}`;</a:t>
            </a:r>
          </a:p>
          <a:p>
            <a:endParaRPr lang="pt-BR" dirty="0" smtClean="0"/>
          </a:p>
          <a:p>
            <a:r>
              <a:rPr lang="pt-BR" dirty="0" smtClean="0"/>
              <a:t>                // 2. Inserir dados na tabela</a:t>
            </a:r>
          </a:p>
          <a:p>
            <a:r>
              <a:rPr lang="pt-BR" dirty="0" smtClean="0"/>
              <a:t>                </a:t>
            </a:r>
            <a:r>
              <a:rPr lang="pt-BR" dirty="0" err="1" smtClean="0"/>
              <a:t>const</a:t>
            </a:r>
            <a:r>
              <a:rPr lang="pt-BR" dirty="0" smtClean="0"/>
              <a:t> { </a:t>
            </a:r>
            <a:r>
              <a:rPr lang="pt-BR" dirty="0" err="1" smtClean="0"/>
              <a:t>error</a:t>
            </a:r>
            <a:r>
              <a:rPr lang="pt-BR" dirty="0" smtClean="0"/>
              <a:t>: </a:t>
            </a:r>
            <a:r>
              <a:rPr lang="pt-BR" dirty="0" err="1" smtClean="0"/>
              <a:t>insertError</a:t>
            </a:r>
            <a:r>
              <a:rPr lang="pt-BR" dirty="0" smtClean="0"/>
              <a:t> } = </a:t>
            </a:r>
            <a:r>
              <a:rPr lang="pt-BR" dirty="0" err="1" smtClean="0"/>
              <a:t>await</a:t>
            </a:r>
            <a:r>
              <a:rPr lang="pt-BR" dirty="0" smtClean="0"/>
              <a:t> _</a:t>
            </a:r>
            <a:r>
              <a:rPr lang="pt-BR" dirty="0" err="1" smtClean="0"/>
              <a:t>supabase.from</a:t>
            </a:r>
            <a:r>
              <a:rPr lang="pt-BR" dirty="0" smtClean="0"/>
              <a:t>('</a:t>
            </a:r>
            <a:r>
              <a:rPr lang="pt-BR" dirty="0" err="1" smtClean="0"/>
              <a:t>usuarios</a:t>
            </a:r>
            <a:r>
              <a:rPr lang="pt-BR" dirty="0" smtClean="0"/>
              <a:t>').</a:t>
            </a:r>
            <a:r>
              <a:rPr lang="pt-BR" dirty="0" err="1" smtClean="0"/>
              <a:t>insert</a:t>
            </a:r>
            <a:r>
              <a:rPr lang="pt-BR" dirty="0" smtClean="0"/>
              <a:t>([</a:t>
            </a:r>
          </a:p>
          <a:p>
            <a:r>
              <a:rPr lang="pt-BR" dirty="0" smtClean="0"/>
              <a:t>                    { nome, </a:t>
            </a:r>
            <a:r>
              <a:rPr lang="pt-BR" dirty="0" err="1" smtClean="0"/>
              <a:t>cpf</a:t>
            </a:r>
            <a:r>
              <a:rPr lang="pt-BR" dirty="0" smtClean="0"/>
              <a:t>, </a:t>
            </a:r>
            <a:r>
              <a:rPr lang="pt-BR" dirty="0" err="1" smtClean="0"/>
              <a:t>rg_frente</a:t>
            </a:r>
            <a:r>
              <a:rPr lang="pt-BR" dirty="0" smtClean="0"/>
              <a:t>: </a:t>
            </a:r>
            <a:r>
              <a:rPr lang="pt-BR" dirty="0" err="1" smtClean="0"/>
              <a:t>photoUrl</a:t>
            </a:r>
            <a:r>
              <a:rPr lang="pt-BR" dirty="0" smtClean="0"/>
              <a:t>, </a:t>
            </a:r>
            <a:r>
              <a:rPr lang="pt-BR" dirty="0" err="1" smtClean="0"/>
              <a:t>status_conta</a:t>
            </a:r>
            <a:r>
              <a:rPr lang="pt-BR" dirty="0" smtClean="0"/>
              <a:t>: 'ANALISE', saldo: 0 }</a:t>
            </a:r>
          </a:p>
          <a:p>
            <a:r>
              <a:rPr lang="pt-BR" dirty="0" smtClean="0"/>
              <a:t>                ]);</a:t>
            </a:r>
          </a:p>
          <a:p>
            <a:endParaRPr lang="pt-BR" dirty="0" smtClean="0"/>
          </a:p>
          <a:p>
            <a:r>
              <a:rPr lang="pt-BR" dirty="0" smtClean="0"/>
              <a:t>                </a:t>
            </a:r>
            <a:r>
              <a:rPr lang="pt-BR" dirty="0" err="1" smtClean="0"/>
              <a:t>if</a:t>
            </a:r>
            <a:r>
              <a:rPr lang="pt-BR" dirty="0" smtClean="0"/>
              <a:t> (</a:t>
            </a:r>
            <a:r>
              <a:rPr lang="pt-BR" dirty="0" err="1" smtClean="0"/>
              <a:t>insertError</a:t>
            </a:r>
            <a:r>
              <a:rPr lang="pt-BR" dirty="0" smtClean="0"/>
              <a:t>) </a:t>
            </a:r>
            <a:r>
              <a:rPr lang="pt-BR" dirty="0" err="1" smtClean="0"/>
              <a:t>throw</a:t>
            </a:r>
            <a:r>
              <a:rPr lang="pt-BR" dirty="0" smtClean="0"/>
              <a:t> </a:t>
            </a:r>
            <a:r>
              <a:rPr lang="pt-BR" dirty="0" err="1" smtClean="0"/>
              <a:t>insertError</a:t>
            </a:r>
            <a:r>
              <a:rPr lang="pt-BR" dirty="0" smtClean="0"/>
              <a:t>;</a:t>
            </a:r>
          </a:p>
          <a:p>
            <a:endParaRPr lang="pt-BR" dirty="0" smtClean="0"/>
          </a:p>
          <a:p>
            <a:r>
              <a:rPr lang="pt-BR" dirty="0" smtClean="0"/>
              <a:t>                </a:t>
            </a:r>
            <a:r>
              <a:rPr lang="pt-BR" dirty="0" err="1" smtClean="0"/>
              <a:t>alert</a:t>
            </a:r>
            <a:r>
              <a:rPr lang="pt-BR" dirty="0" smtClean="0"/>
              <a:t>("Cadastro realizado! Agora aguarde a análise.");</a:t>
            </a:r>
          </a:p>
          <a:p>
            <a:r>
              <a:rPr lang="pt-BR" dirty="0" smtClean="0"/>
              <a:t>                </a:t>
            </a:r>
            <a:r>
              <a:rPr lang="pt-BR" dirty="0" err="1" smtClean="0"/>
              <a:t>location.reload</a:t>
            </a:r>
            <a:r>
              <a:rPr lang="pt-BR" dirty="0" smtClean="0"/>
              <a:t>();</a:t>
            </a:r>
          </a:p>
          <a:p>
            <a:endParaRPr lang="pt-BR" dirty="0" smtClean="0"/>
          </a:p>
          <a:p>
            <a:r>
              <a:rPr lang="pt-BR" dirty="0" smtClean="0"/>
              <a:t>            } catch (</a:t>
            </a:r>
            <a:r>
              <a:rPr lang="pt-BR" dirty="0" err="1" smtClean="0"/>
              <a:t>err</a:t>
            </a:r>
            <a:r>
              <a:rPr lang="pt-BR" dirty="0" smtClean="0"/>
              <a:t>) {</a:t>
            </a:r>
          </a:p>
          <a:p>
            <a:r>
              <a:rPr lang="pt-BR" dirty="0" smtClean="0"/>
              <a:t>                </a:t>
            </a:r>
            <a:r>
              <a:rPr lang="pt-BR" dirty="0" err="1" smtClean="0"/>
              <a:t>alert</a:t>
            </a:r>
            <a:r>
              <a:rPr lang="pt-BR" dirty="0" smtClean="0"/>
              <a:t>("Erro ao cadastrar: " + </a:t>
            </a:r>
            <a:r>
              <a:rPr lang="pt-BR" dirty="0" err="1" smtClean="0"/>
              <a:t>err.message</a:t>
            </a:r>
            <a:r>
              <a:rPr lang="pt-BR" dirty="0" smtClean="0"/>
              <a:t>);</a:t>
            </a:r>
          </a:p>
          <a:p>
            <a:r>
              <a:rPr lang="pt-BR" dirty="0" smtClean="0"/>
              <a:t>                </a:t>
            </a:r>
            <a:r>
              <a:rPr lang="pt-BR" dirty="0" err="1" smtClean="0"/>
              <a:t>btn.innerText</a:t>
            </a:r>
            <a:r>
              <a:rPr lang="pt-BR" dirty="0" smtClean="0"/>
              <a:t> = "SOLICITAR APROVAÇÃO";</a:t>
            </a:r>
          </a:p>
          <a:p>
            <a:r>
              <a:rPr lang="pt-BR" dirty="0" smtClean="0"/>
              <a:t>                </a:t>
            </a:r>
            <a:r>
              <a:rPr lang="pt-BR" dirty="0" err="1" smtClean="0"/>
              <a:t>btn.disabled</a:t>
            </a:r>
            <a:r>
              <a:rPr lang="pt-BR" dirty="0" smtClean="0"/>
              <a:t> = false;</a:t>
            </a:r>
          </a:p>
          <a:p>
            <a:r>
              <a:rPr lang="pt-BR" dirty="0" smtClean="0"/>
              <a:t>            }</a:t>
            </a:r>
          </a:p>
          <a:p>
            <a:r>
              <a:rPr lang="pt-BR" dirty="0" smtClean="0"/>
              <a:t>        }</a:t>
            </a:r>
          </a:p>
          <a:p>
            <a:r>
              <a:rPr lang="pt-BR" dirty="0" smtClean="0"/>
              <a:t>    &lt;/script&gt;</a:t>
            </a:r>
          </a:p>
          <a:p>
            <a:r>
              <a:rPr lang="pt-BR" dirty="0" smtClean="0"/>
              <a:t>&lt;/</a:t>
            </a:r>
            <a:r>
              <a:rPr lang="pt-BR" dirty="0" err="1" smtClean="0"/>
              <a:t>body</a:t>
            </a:r>
            <a:r>
              <a:rPr lang="pt-BR" dirty="0" smtClean="0"/>
              <a:t>&gt;</a:t>
            </a:r>
          </a:p>
          <a:p>
            <a:r>
              <a:rPr lang="pt-BR" dirty="0" smtClean="0"/>
              <a:t>&lt;/</a:t>
            </a:r>
            <a:r>
              <a:rPr lang="pt-BR" dirty="0" err="1" smtClean="0"/>
              <a:t>html</a:t>
            </a:r>
            <a:r>
              <a:rPr lang="pt-BR" dirty="0" smtClean="0"/>
              <a:t>&gt;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004869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1480</Words>
  <Application>Microsoft Office PowerPoint</Application>
  <PresentationFormat>Widescreen</PresentationFormat>
  <Paragraphs>142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Index.html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Index.html</dc:title>
  <dc:creator>Admin</dc:creator>
  <cp:lastModifiedBy>Admin</cp:lastModifiedBy>
  <cp:revision>2</cp:revision>
  <dcterms:created xsi:type="dcterms:W3CDTF">2026-02-12T10:53:20Z</dcterms:created>
  <dcterms:modified xsi:type="dcterms:W3CDTF">2026-02-12T10:55:43Z</dcterms:modified>
</cp:coreProperties>
</file>